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微软雅黑"/>
                <a:ea typeface="微软雅黑"/>
              </a:rPr>
              <a:t>HYBRID ATTENTION · 01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§2.1.1 / §5.1；vllm / vllm-ascend 代码仓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Kimi Delta Attention（KDA）：逐通道遗忘门 × Delta 规则的线性注意力</a:t>
            </a:r>
            <a:endParaRPr lang="en-US" sz="18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0287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0287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0287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0922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：Delta 规则 + 逐通道遗忘门；每 block = 3×KDA + 1×Gated MLA，69 层 KDA（占 74%）；定长状态 S(dk×dv) 替代 KV Cache —— 1M 上下文的内存基础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改动① 有界衰减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：g = −5·σ(e</a:t>
            </a:r>
            <a:r>
              <a:rPr lang="en-US" sz="900" noProof="1" baseline="30000">
                <a:solidFill>
                  <a:srgbClr val="262626"/>
                </a:solidFill>
                <a:latin typeface="微软雅黑"/>
                <a:ea typeface="微软雅黑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·z) 替代无下界的 −e</a:t>
            </a:r>
            <a:r>
              <a:rPr lang="en-US" sz="900" noProof="1" baseline="30000">
                <a:solidFill>
                  <a:srgbClr val="262626"/>
                </a:solidFill>
                <a:latin typeface="微软雅黑"/>
                <a:ea typeface="微软雅黑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·Softplus(z)；16-token 子块累计衰减 ∈(−80, 0)，重标定因子 &lt; e</a:t>
            </a:r>
            <a:r>
              <a:rPr lang="en-US" sz="900" noProof="1" baseline="30000">
                <a:solidFill>
                  <a:srgbClr val="262626"/>
                </a:solidFill>
                <a:latin typeface="微软雅黑"/>
                <a:ea typeface="微软雅黑"/>
              </a:rPr>
              <a:t>80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 ≈ 5.5×10</a:t>
            </a:r>
            <a:r>
              <a:rPr lang="en-US" sz="900" noProof="1" baseline="30000">
                <a:solidFill>
                  <a:srgbClr val="262626"/>
                </a:solidFill>
                <a:latin typeface="微软雅黑"/>
                <a:ea typeface="微软雅黑"/>
              </a:rPr>
              <a:t>34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，落入 BF16 动态范围 → 对角块改用稠密 matmul，消除 position-pair 标量路径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：y = W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o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[σ(W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g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·x) ⊙ RMSNorm(õ)] 替代低秩门，新增 d×H·dv 稠密 GEMM；计算形态推向“全稠密 matmul”，CUBE 依赖上升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负载特征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：chunk 内并行（C = 64）+ chunk 间串行；prefill 每 token 注意力 FLOPs 由 O(L) 降为 O(C)；decode 瓶颈转为原地状态更新与回滚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4511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模块结构与数据流</a:t>
            </a:r>
            <a:endParaRPr lang="en-US" sz="1200" noProof="1"/>
          </a:p>
        </p:txBody>
      </p:sp>
      <p:sp>
        <p:nvSpPr>
          <p:cNvPr id="11" name="legend-box"/>
          <p:cNvSpPr/>
          <p:nvPr/>
        </p:nvSpPr>
        <p:spPr>
          <a:xfrm>
            <a:off x="2921000" y="24892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2" name="legend-text"/>
          <p:cNvSpPr txBox="1"/>
          <p:nvPr/>
        </p:nvSpPr>
        <p:spPr>
          <a:xfrm>
            <a:off x="3098800" y="24511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红框 = K3 相对 Kimi Linear 的改动</a:t>
            </a:r>
            <a:endParaRPr lang="en-US" sz="800" noProof="1"/>
          </a:p>
        </p:txBody>
      </p:sp>
      <p:pic>
        <p:nvPicPr>
          <p:cNvPr id="13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6924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4" name="param-label"/>
          <p:cNvSpPr txBox="1"/>
          <p:nvPr/>
        </p:nvSpPr>
        <p:spPr>
          <a:xfrm>
            <a:off x="6197600" y="24511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15" name="param-table"/>
          <p:cNvGraphicFramePr>
            <a:graphicFrameLocks noGrp="1"/>
          </p:cNvGraphicFramePr>
          <p:nvPr/>
        </p:nvGraphicFramePr>
        <p:xfrm>
          <a:off x="6197600" y="2832100"/>
          <a:ext cx="5537200" cy="2489200"/>
        </p:xfrm>
        <a:graphic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x∈R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7168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→ q,k∈R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H·dk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，v∈R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2d·H(2dk+dv)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低秩 d→r→H·dk；d→H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≈2d·r（占比小）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 GEMM + σ/exp 逐元素 → Vector 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有界衰减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 = −5·σ(e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·z) ∈(−5, 0)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O(H·dk)，逐元素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纯 Vector；使对角块可上 CUBE，消除 position-pair 标量路径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 = Tril((Q⊙Γ)(K/Γ)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⊤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)；C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2C(dk+dv)，与 L 无关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全稠密 matmul → CUBE 占比↑（原对角块为 chunk 内主要瓶颈）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 ∈ 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dk×dv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，chunk 间串行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小矩阵 + 串行依赖 → 并行度低，需 kernel 内流水掩盖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全秩输出门 + 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: d×H·dv；W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: H·dv×d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新增标准稠密 GEMM → CUBE 友好；参数量 +d·H·dv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param-note"/>
          <p:cNvSpPr txBox="1"/>
          <p:nvPr/>
        </p:nvSpPr>
        <p:spPr>
          <a:xfrm>
            <a:off x="6197600" y="53975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显存：KDA 每层状态 H·dk·dv×2B（定长，与 L 无关）；24 层 MLA 的 KV Cache 随 L 线性增长，1M 上下文下为主要显存项。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注：d = 7168、H = 96（报告 Table 1）；dk / dv 以 checkpoint config 为准；FLOPs 按 chunkwise 公式推算。</a:t>
            </a:r>
            <a:endParaRPr lang="en-US" sz="750" noProof="1"/>
          </a:p>
        </p:txBody>
      </p:sp>
      <p:sp>
        <p:nvSpPr>
          <p:cNvPr id="17" name="dev-label"/>
          <p:cNvSpPr txBox="1"/>
          <p:nvPr/>
        </p:nvSpPr>
        <p:spPr>
          <a:xfrm>
            <a:off x="558800" y="55245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8" name="dev-bullets"/>
          <p:cNvSpPr txBox="1"/>
          <p:nvPr/>
        </p:nvSpPr>
        <p:spPr>
          <a:xfrm>
            <a:off x="558800" y="58039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：FlashKDA 为 CUTLASS 实现（CUDA 专用），昇腾需对等 Ascend C 融合算子 —— chunkwise prefill（intra-chunk matmul 上 CUBE + 跨 chunk 状态传播流水交叠）、fused recurrent decode；vllm-ascend 现状为 Triton 版（ops/triton/kda/，12+ kernel，约 3,000 行），CUBE 调度深度受限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：NPU recurrent kernel 未融合衰减门计算（vllm-ascend gate.py 需 host 侧 apply_kda_gate 预处理），safe-gate 路径应下沉融合进 kernel，消除显存往返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：vllm-ascend 已注册 kimi_k3 模型适配；待补 KDA state 的 MTP 投机解码回滚（只缓存投影输入、片上重建）、KDA checkpoint 与 MLA KV 统一分页的 prefix cache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：竞争点从“并行度”转向“状态管理”——大容量片上状态驻留 + 高效小矩阵乘 + Vector/Cube 异构流水；稠密化使 CUBE 占比持续上升</a:t>
            </a:r>
            <a:endParaRPr lang="en-US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微软雅黑"/>
                <a:ea typeface="微软雅黑"/>
              </a:rPr>
              <a:t>HYBRID ATTENTION · 02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§2.1.2；vllm / vllm-ascend 代码仓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Gated MLA：NoPE 全局注意力 + 全秩输出门</a:t>
            </a:r>
            <a:endParaRPr lang="en-US" sz="18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：MLA 将每 token 的 KV 压缩为低维隐向量 c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t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 缓存、注意力时经上投影重建 K/V；K3 每 block 保留 1 层 Gated MLA（共 24 层，骨干末尾再 +1 层），承担无限制的全局内容交互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改动① 全面 NoPE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：MLA 层不施加任何显式位置编码（K2 / K2.5 为 RoPE），位置与近因感知交由 KDA 层；扩展上下文无需重调 RoPE 基频或 YaRN；KV Cache 不含 rope 分量，单 token 缓存由 (dc+dr) 降为 dc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：y = W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o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[σ(W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g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·x) ⊙ õ]，与 KDA 同款门控，逐通道调节全局注意力读出；新增 d×H·dh 稠密 GEMM → CUBE 友好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训练数值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：注意力输出在训练中保持 FP32（修正 flash attention 的 biased rounding），输出 tile 片上占用翻倍 → 训练 kernel 重排为与 KV staging buffer 交叠，换取更深 KV 流水与更高吞吐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模块结构与数据流</a:t>
            </a:r>
            <a:endParaRPr lang="en-US" sz="1200" noProof="1"/>
          </a:p>
        </p:txBody>
      </p:sp>
      <p:sp>
        <p:nvSpPr>
          <p:cNvPr id="11" name="legend-box"/>
          <p:cNvSpPr/>
          <p:nvPr/>
        </p:nvSpPr>
        <p:spPr>
          <a:xfrm>
            <a:off x="2921000" y="26797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2" name="legend-text"/>
          <p:cNvSpPr txBox="1"/>
          <p:nvPr/>
        </p:nvSpPr>
        <p:spPr>
          <a:xfrm>
            <a:off x="3098800" y="2641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红框 = K3 相对标准 MLA（K2）的改动</a:t>
            </a:r>
            <a:endParaRPr lang="en-US" sz="800" noProof="1"/>
          </a:p>
        </p:txBody>
      </p:sp>
      <p:pic>
        <p:nvPicPr>
          <p:cNvPr id="13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4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15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隐向量下投影 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x∈R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7168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→ 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2d·dc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q: d→H·dh；k,v: dc→H·dh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2d·H·dh + 4dc·H·dh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decode 可吸收（absorb）上投影、直接以 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计算，降低 KV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全局注意力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q,k,v∈R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H·dh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4L·H·dh，随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CUBE matmul + Vector softmax；无 RoPE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：dc×2B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随 L 线性增长，1M 上下文为主要显存项；NoPE 后单 token 缓存 &lt; 标准 MLA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全秩输出门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: d×H·dh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新增标准稠密 GEMM → CUBE 友好；应与注意力输出融合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训练 FP32 输出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输出 tile：H·dh，FP32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片上占用 ×2 → 重排 buffer 分配，与 KV staging 交叠换深流水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显存：24+1 层 MLA 的 KV Cache 随 L 线性增长，为 1M 上下文下的主要显存项；标准 MLA 缓存为 (dc+dr)×2B / token。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注：d = 7168、H = 96（报告 Table 1）；dc / dr / dh 以 checkpoint config 为准（K2 参考值 512 / 64 / 128）；FLOPs 为推算。</a:t>
            </a:r>
            <a:endParaRPr lang="en-US" sz="750" noProof="1"/>
          </a:p>
        </p:txBody>
      </p:sp>
      <p:sp>
        <p:nvSpPr>
          <p:cNvPr id="17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8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算子层（推理）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：MLA 已接入 vllm-ascend mla_v1.py 后端，kimi_k3 适配层强制 use_nope=True 并透传 output gate；需回归验证 qk_rope_head_dim = 0 配置下各后端（含量化路径）的正确性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算子层（融合）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：输出门 σ(W</a:t>
            </a:r>
            <a:r>
              <a:rPr lang="en-US" sz="8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g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·x) ⊙ õ 应与注意力输出及 W</a:t>
            </a:r>
            <a:r>
              <a:rPr lang="en-US" sz="8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o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 融合，避免三次显存往返；训练侧 FP32 输出 tile 需 Ascend C 级 buffer 规划（与 KV staging 交叠）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：KV Cache 按 dc×2B / token 分页，与 KDA checkpoint 统一池化；PD 分离部署下 NoPE 缓存更小，跨节点传输负载相应下降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：NoPE 将位置建模完全交给递归层，长上下文外推不再受 RoPE 限制；硬件诉求集中于 KV Cache 容量 / 带宽与吸收矩阵 GEMV 效率</a:t>
            </a:r>
            <a:endParaRPr lang="en-US" sz="8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微软雅黑"/>
                <a:ea typeface="微软雅黑"/>
              </a:rPr>
              <a:t>INFRASTRUCTURE · 01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§5.1.1；FlashKDA（MoonshotAI）；vllm-ascend ops/triton/kda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FlashKDA：chunkwise 训练 / Prefill 融合算子</a:t>
            </a:r>
            <a:endParaRPr lang="en-US" sz="18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问题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：chunkwise KDA = chunk 内并行（matmul）+ chunk 间串行（状态 S 传递）；朴素实现两阶段交替执行，串行传播期间算力空置 —— 气泡占比随 chunk 数线性放大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：FlashKDA（CUTLASS）将计算分解为 token 并行阶段与 head 并行递归，各自独立调度调参，以 chunk 内计算掩盖跨 chunk 状态传播 → 显著优于 Triton 参考实现；训练与推理 prefill 共用，作为 flash-linear-attention 的后端自动分发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负载构成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：intra-chunk（A、O = AṼ，C = 64）为稠密 matmul → CUBE；inter-chunk（(Γ⊙Q)S、S 更新）为 dk×dv 小矩阵 → 单 chunk 并行度低，但可沿 head 维并行、并被计算掩盖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长序列短板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：纯 TP 只切 head、不缩短递归，超长 prefill 时各 rank 仅持少量 head、算力闲置 → SM 级 CP planner 在单设备内切分序列，并行求各段转移再精确合并，无跨设备通信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计算 / 状态传播调度交叠</a:t>
            </a:r>
            <a:endParaRPr lang="en-US" sz="12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chunk 内注意力 A·Ṽ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[C,dk]×[dk,C]×[C,dv]，C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2C(dk+dv)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稠密 matmul → CUBE；典型 tile 64×128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跨 chunk 读取 (Γ⊙Q)S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[C,dk]×[dk,dv]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小矩阵乘、CUBE 利用率低 → 与 chunk 内计算双缓冲交叠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状态更新 S←MS+K̄ᵀṼ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[dk,dk]×[dk,dv]；[dk,C]×[C,dv]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≈3dk·dv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串行依赖；S 驻留片上（dk·dv×2B / head）避免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[C,dk]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O(C·dk)，逐元素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纯 Vector；与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[C,C]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O(C·dk)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小尺寸 matmul → CUBE 效率受限，宜融合进主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SM 级 CP planner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段转移 M∈R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dk×dk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、Ŝ∈R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dk×dv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合并 2dk²·dv / 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单设备内序列切分并行，无通信 → AICore 级调度需求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片上驻留：S 为 dk×dv / head（dk = dv = 128 时 32KB / head，BF16），单核多 head 驻留能力决定流水深度。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注：C = 64（FLA 默认 chunk size）；dk / dv 以 checkpoint config 为准；FLOPs 为按 chunkwise 公式推算。</a:t>
            </a:r>
            <a:endParaRPr lang="en-US" sz="750" noProof="1"/>
          </a:p>
        </p:txBody>
      </p:sp>
      <p:sp>
        <p:nvSpPr>
          <p:cNvPr id="15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昇腾现状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：vllm-ascend 为 Triton 版 chunk_kda（scaled_dot_kkt / solve_tril / wy_fast / chunk_delta_h / chunk_o 等多 kernel 串行调度），kernel 间显存往返多、串行段无掩盖，与 FlashKDA 存在代差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需求①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：Ascend C 融合 chunkwise 算子 —— intra-chunk matmul 上 CUBE，状态传播与计算双缓冲流水，S 驻留 L1 / UB 避免 HBM 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需求②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：SM 级 CP planner 的 NPU 对等实现 —— AICore 级序列切分、段转移并行求值与前缀合并，适配昇腾核间同步机制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：线性注意力 prefill 算子的竞争点是串行段掩盖率；Cube / Vector 异构流水 + 片上状态驻留是达成路径，DSL（TileLang 类）可缩短开发周期</a:t>
            </a:r>
            <a:endParaRPr lang="en-US" sz="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微软雅黑"/>
                <a:ea typeface="微软雅黑"/>
              </a:rPr>
              <a:t>INFRASTRUCTURE · 02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§5.4.2（KDA）；ReplaySSM [25]；vllm-ascend ops/triton/kda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KDA Decoding：可回滚的投机解码融合递归算子</a:t>
            </a:r>
            <a:endParaRPr lang="en-US" sz="18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瓶颈转移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：decode 每步原地更新状态 S；MTP 投机解码若拒绝部分草稿，S 已越过最后接受 token、无法直接回滚 —— 为每个草稿位置保存状态快照，在大 batch 下状态流量不可承受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：只缓存草稿 token 的投影输入（远小于状态），验证后在片上重建已接受 token 的状态，写回 verified + bonus token 的状态（与同期工作 ReplaySSM 独立同思路）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单融合 kernel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：重放 token + bonus token + 下一草稿窗口共享一个递归循环，覆盖 短卷积 / 输入归一化 / 门控 / KDA 递归 / 输出归一化；验证延迟随验证 token 数亚线性增长，优于状态缓存基线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部署亲和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：投影缓存不离开 decode 阶段 → prefix caching 与 prefill-decode 分离的负载和非投机服务完全一致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融合算子构成与状态回滚</a:t>
            </a:r>
            <a:endParaRPr lang="en-US" sz="12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[B,H,dk]×4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≈4dk·H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小卷积 → Vector；独立 kernel 不划算，必须融合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 = −5·σ(e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·z)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O(H·dk)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纯 Vector；当前 NPU kernel 未融合（host 侧预处理，多一次显存往返）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S: [H,dk,dv]，逐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≈3H·dk·dv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小矩阵、并行度仅 B×H 维 → 状态驻留片上是关键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D×3H·dk·dv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片上重建，免去 D 份状态快照的 HBM 读写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投影输入缓存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D×(4dk+1)·H×2B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仅为状态快照的 ≈4/dv（dv = 128 → ≈1/32）；显存与带宽双省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估算（dk = dv = 128、H = 96）：单层状态 3.0MB（BF16）；D = 4 时快照读写 ≈12MB / 层 / step，投影缓存 ≈0.4MB / 层；dk / dv 以 checkpoint config 为准。</a:t>
            </a:r>
            <a:endParaRPr lang="en-US" sz="750" noProof="1"/>
          </a:p>
        </p:txBody>
      </p:sp>
      <p:sp>
        <p:nvSpPr>
          <p:cNvPr id="15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：需 Ascend C 融合递归 kernel（短卷积 + 归一化 + 门控 + 递归 + 输出归一化单 kernel，含 replay 路径）；vllm-ascend 现有 Triton fused_recurrent_kda，MTP 回滚未实现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：safe-gate 计算下沉进 kernel —— 现状 gate.py 在 host 侧 apply_kda_gate 预处理，多一次显存往返且阻断全链路融合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：草稿投影输入缓存的生命周期管理（仅存在于 decode 阶段），与 vllm-ascend spec_decode 各 proposer（mtp / dflash / dspark）对接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：投机解码 × 线性注意力使“状态可重建性”成为算子设计约束；片上 SRAM 容量决定可融合的草稿窗口长度</a:t>
            </a:r>
            <a:endParaRPr lang="en-US" sz="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微软雅黑"/>
                <a:ea typeface="微软雅黑"/>
              </a:rPr>
              <a:t>INFRASTRUCTURE · 03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§2.2 / §5.4.2（Block AttnRes）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Block AttnRes：两阶段调度与通信融合</a:t>
            </a:r>
            <a:endParaRPr lang="en-US" sz="18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机制与规模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：AttnRes 让每层以可学习伪查询 w 对嵌入与前序 block 表示做注意力（深度维的注意力）；Block 形式将显存 / 通信开销从 O(Ld) 降为 O(Nd) —— K3：96 层 → 8 blocks × 12 层，含嵌入共 9 个 block 表示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两阶段 kernel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：inter-block pass 对每个 block 批量读一次缓存的 block 表示；intra-block 由各层经 online-softmax 合入块内部分和 —— 两阶段开销均以访存为主，优化聚焦内存效率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Prefill（SP）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：TP 下每 rank 物化 block 表示冗余 N 倍显存 → TP all-reduce 拆为 reduce-scatter + all-gather，intra-block kernel 插入两次集合通信之间、在序列分片 hidden 上物化 → 每 token 表示只在一个 rank 物化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Decode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：inter-block kernel 放 side stream 与主流计算交叠；intra-block 合并 + 部分和更新 + RMSNorm 融合进前序 TP all-reduce，隐藏延迟、零独立 kernel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深度维注意力机制与执行调度</a:t>
            </a:r>
            <a:endParaRPr lang="en-US" sz="12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读 N 个 block 表示 [N,d]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O(N·d)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访存为主；批量读一次；decode 放 side stream 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online softmax merge，[d]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；α = softmax(w·RMSNorm(b))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O(N·d)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 GEMV → Vector；N = 9，计算量极小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N×d×2B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96 层 → 9 个表示 ≈126KB（BF16）；显存降一个量级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Prefill 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RS + AG（序列分片）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通信量 ≈ all-reduce；消除冗余物化与 I/O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按 d = 7168、N = 9：block 表示 ≈ 9×7168×2B ≈ 126KB / 序列；朴素 TP8 每 rank 物化则冗余 8 倍。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注：FLOPs 占比极小，访存与通信结构是主要矛盾；N = 8 blocks + 嵌入（报告 §2.2）。</a:t>
            </a:r>
            <a:endParaRPr lang="en-US" sz="750" noProof="1"/>
          </a:p>
        </p:txBody>
      </p:sp>
      <p:sp>
        <p:nvSpPr>
          <p:cNvPr id="15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：online-softmax merge + 部分和更新 + RMSNorm 融合进 TP all-reduce epilogue —— 依赖通信算子的 epilogue 融合能力（HCCL + AICore 协同），为昇腾侧新增需求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框架层（prefill）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：SP 排布下 RS / AG 拆分与 kernel 插入点调度；vllm-ascend 需支持 AttnRes 的序列并行路径与分片物化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框架层（decode）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：side stream 生命周期管理（inter-block kernel 与主流同步点）；block 表示缓存（9 个 / 序列）的跨层管理与 PP 切分交互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：深度维注意力引入“跨层状态”新访存模式；RS / AG 之间插入 kernel 的通信-计算融合手法通用，可复用于 MoE 等模块</a:t>
            </a:r>
            <a:endParaRPr lang="en-US" sz="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微软雅黑"/>
                <a:ea typeface="微软雅黑"/>
              </a:rPr>
              <a:t>INFRASTRUCTURE · 04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§2.3 / §5.4.2（Stable LatentMoE）；WarpDecode [12]；vllm-ascend quantization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Stable LatentMoE：隐空间专家计算的 GEMM 优化</a:t>
            </a:r>
            <a:endParaRPr lang="en-US" sz="18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规模与结构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：896 路由专家 + 每 token 激活 16（稀疏度 56）；路由全宽 d 与专家宽度解耦 —— 专家在 ℓ = 3584（0.5×d）隐空间内计算，路由数增长不再放大通信与权重流量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隐空间 GEMM 三优化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：① 下投影与 router 融合为单 GEMM；② 隐空间权重按 rank 分片 + multimem store 将输出 all-gather 融入 GEMM epilogue；③ 通信与共享专家等算子交叠 —— 消除冗余权重流量与重复计算、隐藏通信延迟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Decode 困境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：小 batch 下 group GEMM 退化为权重流式读取（memory-bound），tile 中心 kernel（计算导向、预处理开销大）不适用 → WarpDecode token 中心设计：warp 负责单个输出神经元、流式读权重，lane team 细分 + warp 内归约提升并行度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量化亲和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：权重布局离线预置换（一次性成本）→ 运行时反量化开销大幅降低，适配 W4A8 / W8A8 量化部署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406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隐空间数据流与 decode kernel 设计</a:t>
            </a:r>
            <a:endParaRPr lang="en-US" sz="12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95044"/>
                <a:gridCol w="1384300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Router + 下投影融合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[T,d]×[d, ℓ+E]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2T·d·(ℓ+E)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单 GEMM → CUBE；省一次中间结果写回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路由专家 GEMM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每专家 [Te,ℓ]×[ℓ,he]，he = 3072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2k·3ℓ·he，k = 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隐空间 ℓ = 3584（0.5d）→ 计算量较全宽减半；group GEMM →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上投影 W↑ + AG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[T,ℓ]×[ℓ,d] + all-gather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2T·ℓ·d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multimem store 融合 AG → 通信隐藏于计算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Decode 权重流读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每专家 3·ℓ·he 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≈0（纯访存）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memory-bound：带宽利用率为唯一指标 → token 中心 warp 设计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反量化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W4A8 / W8A8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运行时 ≈0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离线预置换布局 → 运行时零额外开销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每专家权重 3×3584×3072 ≈ 33M 参数（BF16 ≈ 66MB，W4 ≈ 17MB）；decode 单层权重流量 ≈0.26GB（W4）/ 1.06GB（BF16）；E = 896、k = 16（Table 1）。</a:t>
            </a:r>
            <a:endParaRPr lang="en-US" sz="750" noProof="1"/>
          </a:p>
        </p:txBody>
      </p:sp>
      <p:sp>
        <p:nvSpPr>
          <p:cNvPr id="15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算子层（decode）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：token 中心（WarpDecode 式）MoE decode kernel 的 Ascend C 实现 —— lane team 划分与 warp 内归约需映射到 NPU 核内并行模型；配套权重离线预置换工具链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算子层（GEMM）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：router + 下投影融合 GEMM；GEMM epilogue 融合 all-gather（multimem store → 昇腾侧对应核间直写 / HCCS 能力）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：vllm-ascend 量化方法（w4a8 / w8a8 / w4a16 / fp8_block 已具备）与 LatentMoE 分片布局对接；EP 规划配合 MoonEP 冗余上界（M ≤ E/R）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：稀疏度 56 使 decode 完全权重带宽受限 —— 量化 + 离线布局 + 通信融合是主线；对昇腾诉求 = HBM 带宽利用率 + 核间直写能力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6</Slides>
</Properties>
</file>

<file path=docProps/core.xml><?xml version="1.0" encoding="utf-8"?>
<cp:coreProperties xmlns:dc="http://purl.org/dc/elements/1.1/" xmlns:cp="http://schemas.openxmlformats.org/package/2006/metadata/core-properties">
  <dc:title>Kimi K3 模型结构分析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