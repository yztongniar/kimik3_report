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Delta Attention（KDA）：逐通道遗忘门 × Delta 规则的线性注意力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微软雅黑"/>
                <a:ea typeface="微软雅黑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2860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6416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207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Gated MLA：NoPE 全局注意力 + 全秩输出门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：MLA 将每 token 的 KV 压缩为低维隐向量 c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t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 缓存、注意力时经上投影重建 K/V；K3 每 block 保留 1 层 Gated MLA（共 24 层，骨干末尾再 +1 层），承担无限制的全局内容交互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：MLA 层不施加任何显式位置编码（K2 / K2.5 为 RoPE），位置与近因感知交由 KDA 层；扩展上下文无需重调 RoPE 基频或 YaRN；KV Cache 不含 rope 分量，单 token 缓存由 (dc+dr) 降为 dc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·x) ⊙ õ]，与 KDA 同款门控，逐通道调节全局注意力读出；新增 d×H·dh 稠密 GEMM → 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：注意力输出在训练中保持 FP32（修正 flash attention 的 biased rounding），输出 tile 片上占用翻倍 → 训练 kernel 重排为与 KV staging buffer 交叠，换取更深 KV 流水与更高吞吐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模块结构与数据流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2921000" y="23241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0" name="legend-text"/>
          <p:cNvSpPr txBox="1"/>
          <p:nvPr/>
        </p:nvSpPr>
        <p:spPr>
          <a:xfrm>
            <a:off x="3098800" y="22860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红框 = K3 相对标准 MLA（K2）的改动</a:t>
            </a:r>
            <a:endParaRPr lang="en-US" sz="8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26416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隐向量下投影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→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 可吸收（absorb）上投影、直接以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q,k,v∈R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H·dh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tile：H·dh，FP32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片上占用 ×2 → 重排 buffer 分配，与 KV staging 交叠换深流水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207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显存：24+1 层 MLA 的 KV Cache 随 L 线性增长，为 1M 上下文下的主要显存项；标准 MLA 缓存为 (dc+dr)×2B / token。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注：d = 7168、H = 96（报告 Table 1）；dc / dr / dh 以 checkpoint config 为准（K2 参考值 512 / 64 / 128）；FLOPs 为推算。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算子层（推理）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：MLA 已接入 vllm-ascend mla_v1.py 后端，kimi_k3 适配层强制 use_nope=True 并透传 output gate；需回归验证 qk_rope_head_dim = 0 配置下各后端（含量化路径）的正确性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算子层（融合）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：输出门 σ(W</a:t>
            </a:r>
            <a:r>
              <a:rPr lang="en-US" sz="8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g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·x) ⊙ õ 应与注意力输出及 W</a:t>
            </a:r>
            <a:r>
              <a:rPr lang="en-US" sz="800" noProof="1" baseline="-25000">
                <a:solidFill>
                  <a:srgbClr val="262626"/>
                </a:solidFill>
                <a:latin typeface="微软雅黑"/>
                <a:ea typeface="微软雅黑"/>
              </a:rPr>
              <a:t>o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 融合，避免三次显存往返；训练侧 FP32 输出 tile 需 Ascend C 级 buffer 规划（与 KV staging 交叠）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：KV Cache 按 dc×2B / token 分页，与 KDA checkpoint 统一池化；PD 分离部署下 NoPE 缓存更小，跨节点传输负载相应下降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：NoPE 将位置建模完全交给递归层，长上下文外推不再受 RoPE 限制；硬件诉求集中于 KV Cache 容量 / 带宽与吸收矩阵 GEMV 效率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FlashKDA：chunkwise 训练 / Prefill 融合算子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：chunkwise KDA = chunk 内并行（matmul）+ chunk 间串行（状态 S 传递）；朴素实现两阶段交替执行，串行传播期间算力空置 —— 气泡占比随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：FlashKDA（CUTLASS）将计算分解为 token 并行阶段与 head 并行递归，各自独立调度调参，以 chunk 内计算掩盖跨 chunk 状态传播 → 显著优于 Triton 参考实现；训练与推理 prefill 共用，作为 flash-linear-attention 的后端自动分发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：intra-chunk（A、O = AṼ，C = 64）为稠密 matmul → CUBE；inter-chunk（(Γ⊙Q)S、S 更新）为 dk×dv 小矩阵 → 单 chunk 并行度低，但可沿 head 维并行、并被计算掩盖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：纯 TP 只切 head、不缩短递归，超长 prefill 时各 rank 仅持少量 head、算力闲置 → SM 级 CP planner 在单设备内切分序列，并行求各段转移再精确合并，无跨设备通信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计算 / 状态传播调度交叠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段转移 M∈R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、Ŝ∈R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dk×dv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合并 2dk²·dv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单设备内序列切分并行，无通信 →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207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片上驻留：S 为 dk×dv / head（dk = dv = 128 时 32KB / head，BF16），单核多 head 驻留能力决定流水深度。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注：C = 64（FLA 默认 chunk size）；dk / dv 以 checkpoint config 为准；FLOPs 为按 chunkwise 公式推算。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KDA Decoding：可回滚的投机解码融合递归算子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：decode 每步原地更新状态 S；MTP 投机解码若拒绝部分草稿，S 已越过最后接受 token、无法直接回滚 —— 为每个草稿位置保存状态快照，在大 batch 下状态流量不可承受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：只缓存草稿 token 的投影输入（远小于状态），验证后在片上重建已接受 token 的状态，写回 verified + bonus token 的状态（与同期工作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：重放 token + bonus token + 下一草稿窗口共享一个递归循环，覆盖 短卷积 / 输入归一化 / 门控 / KDA 递归 / 输出归一化；验证延迟随验证 token 数亚线性增长，优于状态缓存基线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：投影缓存不离开 decode 阶段 → prefix caching 与 prefill-decode 分离的负载和非投机服务完全一致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融合算子构成与状态回滚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D×(4dk+1)·H×2B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仅为状态快照的 ≈4/dv（dv = 128 → ≈1/32）；显存与带宽双省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207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估算（dk = dv = 128、H = 96）：单层状态 3.0MB（BF16）；D = 4 时快照读写 ≈12MB / 层 / step，投影缓存 ≈0.4MB / 层；dk / dv 以 checkpoint config 为准。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Block AttnRes：两阶段调度与通信融合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机制与规模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：AttnRes 让每层以可学习伪查询 w 对嵌入与前序 block 表示做注意力（深度维的注意力）；Block 形式将显存 / 通信开销从 O(Ld) 降为 O(Nd) —— K3：96 层 → 8 blocks × 12 层，含嵌入共 9 个 block 表示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两阶段 kernel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：inter-block pass 对每个 block 批量读一次缓存的 block 表示；intra-block 由各层经 online-softmax 合入块内部分和 —— 两阶段开销均以访存为主，优化聚焦内存效率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Prefill（SP）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：TP 下每 rank 物化 block 表示冗余 N 倍显存 → TP all-reduce 拆为 reduce-scatter + all-gather，intra-block kernel 插入两次集合通信之间、在序列分片 hidden 上物化 → 每 token 表示只在一个 rank 物化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Decode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：inter-block kernel 放 side stream 与主流计算交叠；intra-block 合并 + 部分和更新 + RMSNorm 融合进前序 TP all-reduce，隐藏延迟、零独立 kernel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深度维注意力机制与执行调度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通信量 ≈ all-reduce；消除冗余物化与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207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按 d = 7168、N = 9：block 表示 ≈ 9×7168×2B ≈ 126KB / 序列；朴素 TP8 每 rank 物化则冗余 8 倍。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注：FLOPs 占比极小，访存与通信结构是主要矛盾；N = 8 blocks + 嵌入（报告 §2.2）。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 K3 Technical Report §2.3 / §5.4.2（Stable LatentMoE）；WarpDecode [12]；vllm-ascend quantization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Stable LatentMoE：隐空间专家计算的 GEMM 优化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366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366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8001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规模与结构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：896 路由专家 + 每 token 激活 16（稀疏度 56）；路由全宽 d 与专家宽度解耦 —— 专家在 ℓ = 3584（0.5×d）隐空间内计算，路由数增长不再放大通信与权重流量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隐空间 GEMM 三优化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：① 下投影与 router 融合为单 GEMM；② 隐空间权重按 rank 分片 + multimem store 将输出 all-gather 融入 GEMM epilogue；③ 通信与共享专家等算子交叠 —— 消除冗余权重流量与重复计算、隐藏通信延迟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Decode 困境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：小 batch 下 group GEMM 退化为权重流式读取（memory-bound），tile 中心 kernel（计算导向、预处理开销大）不适用 → WarpDecode token 中心设计：warp 负责单个输出神经元、流式读权重，lane team 细分 + warp 内归约提升并行度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量化亲和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：权重布局离线预置换（一次性成本）→ 运行时反量化开销大幅降低，适配 W4A8 / W8A8 量化部署</a:t>
            </a:r>
            <a:endParaRPr lang="en-US" sz="900" noProof="1"/>
          </a:p>
        </p:txBody>
      </p:sp>
      <p:sp>
        <p:nvSpPr>
          <p:cNvPr id="8" name="arch-label"/>
          <p:cNvSpPr txBox="1"/>
          <p:nvPr/>
        </p:nvSpPr>
        <p:spPr>
          <a:xfrm>
            <a:off x="558800" y="22860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隐空间数据流与 decode kernel 设计</a:t>
            </a:r>
            <a:endParaRPr lang="en-US" sz="1200" noProof="1"/>
          </a:p>
        </p:txBody>
      </p:sp>
      <p:pic>
        <p:nvPicPr>
          <p:cNvPr id="9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5146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0" name="param-label"/>
          <p:cNvSpPr txBox="1"/>
          <p:nvPr/>
        </p:nvSpPr>
        <p:spPr>
          <a:xfrm>
            <a:off x="6197600" y="228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1" name="param-table"/>
          <p:cNvGraphicFramePr>
            <a:graphicFrameLocks noGrp="1"/>
          </p:cNvGraphicFramePr>
          <p:nvPr/>
        </p:nvGraphicFramePr>
        <p:xfrm>
          <a:off x="6197600" y="2641600"/>
          <a:ext cx="5537200" cy="2489200"/>
        </p:xfrm>
        <a:graphic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反量化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W4A8 / W8A8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运行时 ≈0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离线预置换布局 → 运行时零额外开销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/>
          <p:cNvSpPr txBox="1"/>
          <p:nvPr/>
        </p:nvSpPr>
        <p:spPr>
          <a:xfrm>
            <a:off x="6197600" y="5207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每专家权重 3×3584×3072 ≈ 33M 参数（BF16 ≈ 66MB，W4 ≈ 17MB）；decode 单层权重流量 ≈0.26GB（W4）/ 1.06GB（BF16）；E = 896、k = 16（Table 1）。</a:t>
            </a:r>
            <a:endParaRPr lang="en-US" sz="750" noProof="1"/>
          </a:p>
        </p:txBody>
      </p:sp>
      <p:sp>
        <p:nvSpPr>
          <p:cNvPr id="13" name="dev-label"/>
          <p:cNvSpPr txBox="1"/>
          <p:nvPr/>
        </p:nvSpPr>
        <p:spPr>
          <a:xfrm>
            <a:off x="558800" y="56642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开发需求与趋势思考</a:t>
            </a:r>
            <a:endParaRPr lang="en-US" sz="1200" noProof="1"/>
          </a:p>
        </p:txBody>
      </p:sp>
      <p:sp>
        <p:nvSpPr>
          <p:cNvPr id="14" name="dev-bullets"/>
          <p:cNvSpPr txBox="1"/>
          <p:nvPr/>
        </p:nvSpPr>
        <p:spPr>
          <a:xfrm>
            <a:off x="558800" y="59182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算子层（decode）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：token 中心（WarpDecode 式）MoE decode kernel 的 Ascend C 实现 —— lane team 划分与 warp 内归约需映射到 NPU 核内并行模型；配套权重离线预置换工具链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算子层（GEMM）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：router + 下投影融合 GEMM；GEMM epilogue 融合 all-gather（multimem store → 昇腾侧对应核间直写 / HCCS 能力）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：vllm-ascend 量化方法（w4a8 / w8a8 / w4a16 / fp8_block 已具备）与 LatentMoE 分片布局对接；EP 规划配合 MoonEP 冗余上界（M ≤ E/R）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：稀疏度 56 使 decode 完全权重带宽受限 —— 量化 + 离线布局 + 通信融合是主线；对昇腾诉求 = HBM 带宽利用率 + 核间直写能力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