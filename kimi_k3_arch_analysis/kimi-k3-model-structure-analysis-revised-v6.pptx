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5d760e33ca4533" /><Relationship Type="http://schemas.openxmlformats.org/officeDocument/2006/relationships/extended-properties" Target="/docProps/app.xml" Id="R32e42dfdc8f9442c" /><Relationship Type="http://schemas.openxmlformats.org/officeDocument/2006/relationships/officeDocument" Target="/ppt/presentation.xml" Id="R1894eda24ed24c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7ddf74a5e4101"/>
  </p:sldMasterIdLst>
  <p:notesMasterIdLst>
    <p:notesMasterId xmlns:r="http://schemas.openxmlformats.org/officeDocument/2006/relationships" r:id="R7e3de4b521a942cc"/>
  </p:notesMasterIdLst>
  <p:sldIdLst>
    <p:sldId xmlns:r="http://schemas.openxmlformats.org/officeDocument/2006/relationships" id="256" r:id="Rcfc2dd3708864cda"/>
    <p:sldId xmlns:r="http://schemas.openxmlformats.org/officeDocument/2006/relationships" id="257" r:id="Ra0ee785ae85441fa"/>
    <p:sldId xmlns:r="http://schemas.openxmlformats.org/officeDocument/2006/relationships" id="258" r:id="R0c6fbc8123ad4746"/>
    <p:sldId xmlns:r="http://schemas.openxmlformats.org/officeDocument/2006/relationships" id="259" r:id="R7c6d0792a798451b"/>
    <p:sldId xmlns:r="http://schemas.openxmlformats.org/officeDocument/2006/relationships" id="260" r:id="Rcdb57751cb7c4ec9"/>
    <p:sldId xmlns:r="http://schemas.openxmlformats.org/officeDocument/2006/relationships" id="261" r:id="Rbc2a5d46309042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1743a001941af" /><Relationship Type="http://schemas.openxmlformats.org/officeDocument/2006/relationships/slideMaster" Target="/ppt/slideMasters/slideMaster1.xml" Id="R4297ddf74a5e4101" /><Relationship Type="http://schemas.openxmlformats.org/officeDocument/2006/relationships/notesMaster" Target="/ppt/notesMasters/notesMaster1.xml" Id="R7e3de4b521a942cc" /><Relationship Type="http://schemas.openxmlformats.org/officeDocument/2006/relationships/presProps" Target="/ppt/presProps.xml" Id="R6791abb1792246cf" /><Relationship Type="http://schemas.openxmlformats.org/officeDocument/2006/relationships/viewProps" Target="/ppt/viewProps.xml" Id="Rd220438853154c9a" /><Relationship Type="http://schemas.openxmlformats.org/officeDocument/2006/relationships/tableStyles" Target="/ppt/tableStyles.xml" Id="R1078cd17866042a0" /><Relationship Type="http://schemas.openxmlformats.org/officeDocument/2006/relationships/slide" Target="/ppt/slides/slide1.xml" Id="Rcfc2dd3708864cda" /><Relationship Type="http://schemas.openxmlformats.org/officeDocument/2006/relationships/slide" Target="/ppt/slides/slide2.xml" Id="Ra0ee785ae85441fa" /><Relationship Type="http://schemas.openxmlformats.org/officeDocument/2006/relationships/slide" Target="/ppt/slides/slide3.xml" Id="R0c6fbc8123ad4746" /><Relationship Type="http://schemas.openxmlformats.org/officeDocument/2006/relationships/slide" Target="/ppt/slides/slide4.xml" Id="R7c6d0792a798451b" /><Relationship Type="http://schemas.openxmlformats.org/officeDocument/2006/relationships/slide" Target="/ppt/slides/slide5.xml" Id="Rcdb57751cb7c4ec9" /><Relationship Type="http://schemas.openxmlformats.org/officeDocument/2006/relationships/slide" Target="/ppt/slides/slide6.xml" Id="Rbc2a5d463090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1061792764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434c2fbe804c9a" /><Relationship Type="http://schemas.openxmlformats.org/officeDocument/2006/relationships/notesMaster" Target="/ppt/notesMasters/notesMaster1.xml" Id="Rd70a8bc3a501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ec3bbd66764c40" /><Relationship Type="http://schemas.openxmlformats.org/officeDocument/2006/relationships/notesMaster" Target="/ppt/notesMasters/notesMaster1.xml" Id="R36a39e818b97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dd57255734421" /><Relationship Type="http://schemas.openxmlformats.org/officeDocument/2006/relationships/notesMaster" Target="/ppt/notesMasters/notesMaster1.xml" Id="R77b3fcc5bb7041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a26e4dd89447cc" /><Relationship Type="http://schemas.openxmlformats.org/officeDocument/2006/relationships/notesMaster" Target="/ppt/notesMasters/notesMaster1.xml" Id="Rf3887ee7e16c4c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290fefdb84440" /><Relationship Type="http://schemas.openxmlformats.org/officeDocument/2006/relationships/notesMaster" Target="/ppt/notesMasters/notesMaster1.xml" Id="R4b148d454e1f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e518dfb3bb4528" /><Relationship Type="http://schemas.openxmlformats.org/officeDocument/2006/relationships/notesMaster" Target="/ppt/notesMasters/notesMaster1.xml" Id="R9a6c3833dcd6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dfcdce7b6443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bf169c7c5479d" /><Relationship Type="http://schemas.openxmlformats.org/officeDocument/2006/relationships/slideLayout" Target="/ppt/slideLayouts/slideLayout1.xml" Id="Ra23a9a93956544a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a9a93956544a4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1b33078a24859" /><Relationship Type="http://schemas.openxmlformats.org/officeDocument/2006/relationships/image" Target="/ppt/media/image.png" Id="Ra5baa0c805114f65" /><Relationship Type="http://schemas.openxmlformats.org/officeDocument/2006/relationships/notesSlide" Target="/ppt/notesSlides/notesSlide1.xml" Id="Rd0d1460984764c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14f3be3024ba8" /><Relationship Type="http://schemas.openxmlformats.org/officeDocument/2006/relationships/image" Target="/ppt/media/image2.png" Id="R92b0ea0ba8dd4bea" /><Relationship Type="http://schemas.openxmlformats.org/officeDocument/2006/relationships/notesSlide" Target="/ppt/notesSlides/notesSlide2.xml" Id="Rd0f4dd38265b44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f30656c774776" /><Relationship Type="http://schemas.openxmlformats.org/officeDocument/2006/relationships/image" Target="/ppt/media/image3.png" Id="R5718f180e419451b" /><Relationship Type="http://schemas.openxmlformats.org/officeDocument/2006/relationships/notesSlide" Target="/ppt/notesSlides/notesSlide3.xml" Id="R36ef94c1eade42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78e0037cf4647" /><Relationship Type="http://schemas.openxmlformats.org/officeDocument/2006/relationships/image" Target="/ppt/media/image4.png" Id="R6b20ec11e7cf4186" /><Relationship Type="http://schemas.openxmlformats.org/officeDocument/2006/relationships/notesSlide" Target="/ppt/notesSlides/notesSlide4.xml" Id="R7e4f49fcf5d1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e9a9fe4154860" /><Relationship Type="http://schemas.openxmlformats.org/officeDocument/2006/relationships/image" Target="/ppt/media/image5.png" Id="Re6ff586da1f644bc" /><Relationship Type="http://schemas.openxmlformats.org/officeDocument/2006/relationships/notesSlide" Target="/ppt/notesSlides/notesSlide5.xml" Id="R09e8941ce478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e3732d92f4f92" /><Relationship Type="http://schemas.openxmlformats.org/officeDocument/2006/relationships/image" Target="/ppt/media/image6.png" Id="Ree5e11d7666d4a4f" /><Relationship Type="http://schemas.openxmlformats.org/officeDocument/2006/relationships/notesSlide" Target="/ppt/notesSlides/notesSlide6.xml" Id="R042a1036ab6c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93 层注意力（69 KDA + 24 MLA）：23 个模式块×(3 KDA+1 MLA)再加末端 Gated MLA；每层后接 Stable LatentMoE。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有界衰减：g=gmin·σ(e^A·z)，gmin=−5，α&gt;e^−5≈6.7×10^−3；16-token tile 的累计 log-decay∈(−80,0)，BF16 可保持稳定。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全秩门控：y=Wo[σ(Wg·x)⊙RMSNorm(õ)]，新增 d→d 稠密投影；CUBE 负载上升，Vector 负责门控、cumsum 与归一化。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推理含义：KDA 状态随上下文长度不增长，长上下文瓶颈从 KV 读带宽转为状态驻留、chunk 调度和跨卡同步。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aa0c805114f65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q,k∈R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Tril((Q⊙Γ)(K/Γ)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dk×dv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H×dk×dv×2B；69层≈217MB/序列；MLA: 24×512×2B=24.6KB/token，1M≈24.6GB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KDA: 2C²(dk+dv)+2Cdkdv/chunk；C=64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chunk matmul；Vector: α/β、sigmoid、RMSNorm；L1/UB 驻留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支持 safe_gate/gmin、BSND 与 FP32 中间值。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调度：chunk 64/128 与 L1/UB 双缓冲；将状态驻留作为 KV cache 同级资源。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 将长上下文瓶颈转为状态带宽/同步，算子融合优先于单纯扩大 CUBE。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结构定位：93 层中 24 层为 Gated MLA；K3 MLA 采用 NoPE，由 KDA 提供位置与 recency，保留全局检索能力。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缓存账本：kv_lora_rank=512，24×512×2B=24.6KB/token；1M token≈24.6GB，另加 KDA 状态约217MB/序列，合计约25GB/序列。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全秩门控：gate、Wo、up-proj 都是 CUBE 友好 GEMM；KV latent page 与 KDA checkpoint 需要统一分页/回收。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部署边界：vLLM-Ascend 当前 A3 路径已覆盖 MLA、Prefix Cache 与 FULL_DECODE_ONLY；A5 结论仍属于亲和性评估。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0ea0ba8dd4bea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H·dh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MLA KV=24.6KB/token，1M≈24.6GB；KDA 状态≈217MB/序列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QKV/up-proj/Wo/gate；Vector: sigmoid/scale；KV page 与 KDA checkpoint 统一回收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部署：A3 已验证 DP4/TP16/EP64、max_model_len=133120、max_num_batched_tokens=8192。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趋势：MLA 层数少但 KV 带宽大，优先做 page reuse、HCCL 拓扑和 graph shape 固化。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的关键不是单个 matmul，而是把 chunk 内 matmul 与跨 chunk 状态递归流水化：CUBE 处理 A·V，Vector 处理衰减、cumsum 和小矩阵更新。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代码约束：chunk_size=64/128；K/V=128（V 可到256）；支持 raw/activated log gate、safe_gate 与最多1024条逻辑序列。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负载转移：递归依赖被压缩为每 chunk 一次 state handoff，L1/UB 双缓冲可以遮蔽 Vector 延迟；若只拆成多算子，CUBE 空转和 HBM 往返会吞掉收益。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昇腾路线：需 Ascend C/CATLASS 等价 kernel；算子接口应保留 gate、initial_state、final_state 与 BSND layout。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8f180e419451b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S≈32KB/head；96 heads≈3MB/layer；69 KDA层≈217MB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intra≈2C²(dk+dv)；state≈2Cdkdv；总量 O(T·C)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A·V；Vector: decay/mask；chunk 64/128；L1/UB 双缓冲隐藏递归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算子：把 gate、prepare、post-Wu、FwdH、Finalize 合并进单个物理 L0；避免 Python/多 L0 staging。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运行时：暴露 initial_state/final_state/gk，支持最多1024逻辑序列和 BSND layout。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趋势：Ascend C/CATLASS 版本需以 A3/A5 分别 benchmark；CUBE/Vector overlap 是验收指标。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将卷积、归一化、门控、递归状态和输出投影合并，减少每 token 的 kernel launch 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 的系统价值：拒绝的 draft token 只回滚到已验证位置的 S；缓存布局需把状态快照与 decode block 绑定，避免重复重算。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推理协同：README 的 DSpark 路径使用 7-token speculative window（Block5 使用5）；vLLM upstream 通过 use_kda_recoverssm 恢复 K3 状态。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昇腾诉求：FULL_DECODE_ONLY ACL Graph 固化 decode 形状；片上 SRAM 决定 replay window，HBM 只承担 checkpoint/flush。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0ec11e7cf4186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 replay；HBM 仅 checkpoint/flush；DSpark 7/5 token 与 FULL_DECODE_ONLY 需联调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replay”，减少 HBM 往返和 launch 开销。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 93 层深度残差变成 8 个 block 的可学习检索：w 生成伪查询，α=softmax(w·RMSNorm(b))，输出为各 block 表征的加权和。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复杂度：全量深度注意力为 O(L²d)；block 化后为 O(Nd)，N≈8，通信/访存比算力更敏感。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可拆为 RS+AG 与 intra-block kernel；decode 用 side stream 交错 inter-block 计算，隐藏 HCCL 延迟。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实现边界：attn_res_fwd 已合并 BF16 add、residual mix、可选 RMSNorm 和 writeback；当前说明以 A5 推理为目标，A3 性能需实测。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f586da1f644bc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表示≈14KB/token；N 个 block 为 N×14KB/token，N≈8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通信：Prefill 用 RS+AG，decode 用 side stream；需要 HCCL overlap 计数器。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趋势：先在 A3 建立正确性/带宽基线，再迁移 A5 resident bank。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LatentMoE 先将 d=7168 压到 latent ℓ=3584，再做 896 路由专家中的 top-16，并叠加2个 shared expert；W↑恢复到 d。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通信变化：EP dispatch/combine 发生在 latent 域，all-to-all 载荷约为传统 d 域的一半；但小 batch decode 仍受权重流式读取限制。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参数账本：单 expert 约33.0M 参数；BF16≈66MB，W4≈16.5MB；16 routed experts 激活权重约1.06/0.26GB。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部署边界：A3 W4A8 参考部署为4节点 DP4/TP16/EP64、约1.49TB权重存储；A5 MXFP4/MXFP8 属于报告中的适配方向。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40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e11d7666d4a4f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all-to-all；W4A8 约1.49TB存储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解量化和 HBM 分片要可观测。</a:t>
            </a:r>
            <a:endParaRPr sz="800"/>
          </a:p>
          <a:p xmlns:a="http://schemas.openxmlformats.org/drawingml/2006/main">
            <a:pPr algn="l">
              <a:lnSpc>
                <a:spcPct val="11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趋势：latent 通信减半但权重带宽成为 decode 主瓶颈，需把 HBM、CUBE、HCCL 三者联合调优。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2026-10-09T21:51:04.1870000Z</dcterms:created>
  <dcterms:modified xsi:type="dcterms:W3CDTF">2026-10-09T21:51:04.1870000Z</dcterms:modified>
</coreProperties>
</file>