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Delta Attention（KDA）：逐通道遗忘门 × Delta 规则的线性注意力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6924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Gated MLA：NoPE 全局注意力 + 全秩输出门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641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6797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64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FlashKDA：chunkwise 训练 / Prefill 融合算子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6416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计算 / 状态传播调度交叠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KDA Decoding：可回滚的投机解码融合递归算子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融合算子构成与状态回滚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估算（dk = dv = 128、H = 96）：单层状态 3.0MB（BF16）；D = 4 时快照读写 ≈12MB / 层 / step，投影缓存 ≈0.4MB / 层；dk / dv 以 checkpoint config 为准。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Block AttnRes：两阶段调度与通信融合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Stable LatentMoE：隐空间专家计算的 GEMM 优化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6416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隐空间数据流与 decode kernel 设计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