
<file path=[Content_Types].xml><?xml version="1.0" encoding="utf-8"?>
<Types xmlns="http://schemas.openxmlformats.org/package/2006/content-types">
  <Default Extension="xml" ContentType="application/vnd.openxmlformats-package.core-properties+xml"/>
  <Default Extension="tiff" ContentType="image/tiff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theme15.xml" ContentType="application/vnd.openxmlformats-officedocument.theme+xml"/>
  <Override PartName="/ppt/slideMasters/slideMaster15.xml" ContentType="application/vnd.openxmlformats-officedocument.presentationml.slideMaster+xml"/>
  <Override PartName="/ppt/slideMasters/theme/theme16.xml" ContentType="application/vnd.openxmlformats-officedocument.theme+xml"/>
  <Override PartName="/ppt/slideMasters/slideMaster16.xml" ContentType="application/vnd.openxmlformats-officedocument.presentationml.slideMaster+xml"/>
  <Override PartName="/ppt/slideMasters/theme/theme17.xml" ContentType="application/vnd.openxmlformats-officedocument.theme+xml"/>
  <Override PartName="/ppt/slideMasters/slideMaster17.xml" ContentType="application/vnd.openxmlformats-officedocument.presentationml.slideMaster+xml"/>
  <Override PartName="/ppt/slideMasters/theme/theme18.xml" ContentType="application/vnd.openxmlformats-officedocument.theme+xml"/>
  <Override PartName="/ppt/slideMasters/slideMaster18.xml" ContentType="application/vnd.openxmlformats-officedocument.presentationml.slideMaster+xml"/>
  <Override PartName="/ppt/slideMasters/theme/theme19.xml" ContentType="application/vnd.openxmlformats-officedocument.theme+xml"/>
  <Override PartName="/ppt/slideMasters/slideMaster19.xml" ContentType="application/vnd.openxmlformats-officedocument.presentationml.slideMaster+xml"/>
  <Override PartName="/ppt/slideMasters/theme/theme20.xml" ContentType="application/vnd.openxmlformats-officedocument.theme+xml"/>
  <Override PartName="/ppt/slideMasters/slideMaster20.xml" ContentType="application/vnd.openxmlformats-officedocument.presentationml.slideMaster+xml"/>
  <Override PartName="/ppt/slideMasters/theme/theme21.xml" ContentType="application/vnd.openxmlformats-officedocument.theme+xml"/>
  <Override PartName="/ppt/slideMasters/slideMaster21.xml" ContentType="application/vnd.openxmlformats-officedocument.presentationml.slideMaster+xml"/>
  <Override PartName="/ppt/slideMasters/theme/theme22.xml" ContentType="application/vnd.openxmlformats-officedocument.theme+xml"/>
  <Override PartName="/ppt/slideMasters/slideMaster22.xml" ContentType="application/vnd.openxmlformats-officedocument.presentationml.slideMaster+xml"/>
  <Override PartName="/ppt/slideMasters/theme/theme2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0d7ecdc39c45c1" /><Relationship Type="http://schemas.openxmlformats.org/officeDocument/2006/relationships/extended-properties" Target="/docProps/app.xml" Id="R425cbf3936f04b47" /><Relationship Type="http://schemas.openxmlformats.org/officeDocument/2006/relationships/officeDocument" Target="/ppt/presentation.xml" Id="Ra60620f88a3c4f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d7effa436a4ba6"/>
    <p:sldMasterId xmlns:r="http://schemas.openxmlformats.org/officeDocument/2006/relationships" id="2147483651" r:id="Ra4462e82ffa24b95"/>
    <p:sldMasterId xmlns:r="http://schemas.openxmlformats.org/officeDocument/2006/relationships" id="2147483654" r:id="R0266b48ed3414653"/>
    <p:sldMasterId xmlns:r="http://schemas.openxmlformats.org/officeDocument/2006/relationships" id="2147483657" r:id="Rf9e13a4c67814c62"/>
    <p:sldMasterId xmlns:r="http://schemas.openxmlformats.org/officeDocument/2006/relationships" id="2147483663" r:id="R0924c4322edf4487"/>
    <p:sldMasterId xmlns:r="http://schemas.openxmlformats.org/officeDocument/2006/relationships" id="2147483664" r:id="R899dc42e071945f2"/>
    <p:sldMasterId xmlns:r="http://schemas.openxmlformats.org/officeDocument/2006/relationships" id="2147483665" r:id="Rda39e1e42a3143da"/>
    <p:sldMasterId xmlns:r="http://schemas.openxmlformats.org/officeDocument/2006/relationships" id="2147483672" r:id="R7134f83523854045"/>
    <p:sldMasterId xmlns:r="http://schemas.openxmlformats.org/officeDocument/2006/relationships" id="2147483675" r:id="Rc468164b82044ae9"/>
    <p:sldMasterId xmlns:r="http://schemas.openxmlformats.org/officeDocument/2006/relationships" id="2147483676" r:id="R0bac61a9c40f4ca5"/>
    <p:sldMasterId xmlns:r="http://schemas.openxmlformats.org/officeDocument/2006/relationships" id="2147483692" r:id="R8eab09a21b474834"/>
    <p:sldMasterId xmlns:r="http://schemas.openxmlformats.org/officeDocument/2006/relationships" id="2147483694" r:id="Rea5de04a40c64343"/>
    <p:sldMasterId xmlns:r="http://schemas.openxmlformats.org/officeDocument/2006/relationships" id="2147483695" r:id="Rd0ab684c90dc4dff"/>
    <p:sldMasterId xmlns:r="http://schemas.openxmlformats.org/officeDocument/2006/relationships" id="2147483697" r:id="Ra5b5cbe8310f4ae8"/>
    <p:sldMasterId xmlns:r="http://schemas.openxmlformats.org/officeDocument/2006/relationships" id="2147483702" r:id="Rbf2dafcba5b94339"/>
    <p:sldMasterId xmlns:r="http://schemas.openxmlformats.org/officeDocument/2006/relationships" id="2147483708" r:id="Rd062174d88c94f7d"/>
    <p:sldMasterId xmlns:r="http://schemas.openxmlformats.org/officeDocument/2006/relationships" id="2147483710" r:id="R0b53bdd0311f47df"/>
    <p:sldMasterId xmlns:r="http://schemas.openxmlformats.org/officeDocument/2006/relationships" id="2147483726" r:id="R80b57e09b6a042be"/>
    <p:sldMasterId xmlns:r="http://schemas.openxmlformats.org/officeDocument/2006/relationships" id="2147483742" r:id="R2b030efa43174664"/>
    <p:sldMasterId xmlns:r="http://schemas.openxmlformats.org/officeDocument/2006/relationships" id="2147483743" r:id="Rbf3cdeecda6544d3"/>
    <p:sldMasterId xmlns:r="http://schemas.openxmlformats.org/officeDocument/2006/relationships" id="2147483747" r:id="R1348dbec66fa4459"/>
    <p:sldMasterId xmlns:r="http://schemas.openxmlformats.org/officeDocument/2006/relationships" id="2147483749" r:id="Rd57ae51a1f904ec4"/>
  </p:sldMasterIdLst>
  <p:notesMasterIdLst>
    <p:notesMasterId xmlns:r="http://schemas.openxmlformats.org/officeDocument/2006/relationships" r:id="R7e4f102302e74485"/>
  </p:notesMasterIdLst>
  <p:sldIdLst>
    <p:sldId xmlns:r="http://schemas.openxmlformats.org/officeDocument/2006/relationships" id="256" r:id="R5e7a64640bf34b26"/>
    <p:sldId xmlns:r="http://schemas.openxmlformats.org/officeDocument/2006/relationships" id="257" r:id="Re942d3278f3d4a52"/>
    <p:sldId xmlns:r="http://schemas.openxmlformats.org/officeDocument/2006/relationships" id="258" r:id="R056b2629a3684bc3"/>
    <p:sldId xmlns:r="http://schemas.openxmlformats.org/officeDocument/2006/relationships" id="259" r:id="R8725f10cf52f404d"/>
    <p:sldId xmlns:r="http://schemas.openxmlformats.org/officeDocument/2006/relationships" id="260" r:id="R8b74b074832242a2"/>
    <p:sldId xmlns:r="http://schemas.openxmlformats.org/officeDocument/2006/relationships" id="261" r:id="Rec44b98df0d54745"/>
    <p:sldId xmlns:r="http://schemas.openxmlformats.org/officeDocument/2006/relationships" id="262" r:id="Rd9ae1d22c7334a06"/>
    <p:sldId xmlns:r="http://schemas.openxmlformats.org/officeDocument/2006/relationships" id="263" r:id="R3d08245f9f6b4398"/>
    <p:sldId xmlns:r="http://schemas.openxmlformats.org/officeDocument/2006/relationships" id="264" r:id="R6e5fc055867e467b"/>
  </p:sldIdLst>
  <p:sldSz cx="12196763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3a7c6004bc4d05" /><Relationship Type="http://schemas.openxmlformats.org/officeDocument/2006/relationships/slideMaster" Target="/ppt/slideMasters/slideMaster1.xml" Id="R7bd7effa436a4ba6" /><Relationship Type="http://schemas.openxmlformats.org/officeDocument/2006/relationships/slideMaster" Target="/ppt/slideMasters/slideMaster2.xml" Id="Ra4462e82ffa24b95" /><Relationship Type="http://schemas.openxmlformats.org/officeDocument/2006/relationships/slideMaster" Target="/ppt/slideMasters/slideMaster3.xml" Id="R0266b48ed3414653" /><Relationship Type="http://schemas.openxmlformats.org/officeDocument/2006/relationships/slideMaster" Target="/ppt/slideMasters/slideMaster4.xml" Id="Rf9e13a4c67814c62" /><Relationship Type="http://schemas.openxmlformats.org/officeDocument/2006/relationships/slideMaster" Target="/ppt/slideMasters/slideMaster5.xml" Id="R0924c4322edf4487" /><Relationship Type="http://schemas.openxmlformats.org/officeDocument/2006/relationships/slideMaster" Target="/ppt/slideMasters/slideMaster6.xml" Id="R899dc42e071945f2" /><Relationship Type="http://schemas.openxmlformats.org/officeDocument/2006/relationships/slideMaster" Target="/ppt/slideMasters/slideMaster7.xml" Id="Rda39e1e42a3143da" /><Relationship Type="http://schemas.openxmlformats.org/officeDocument/2006/relationships/slideMaster" Target="/ppt/slideMasters/slideMaster8.xml" Id="R7134f83523854045" /><Relationship Type="http://schemas.openxmlformats.org/officeDocument/2006/relationships/slideMaster" Target="/ppt/slideMasters/slideMaster9.xml" Id="Rc468164b82044ae9" /><Relationship Type="http://schemas.openxmlformats.org/officeDocument/2006/relationships/slideMaster" Target="/ppt/slideMasters/slideMaster10.xml" Id="R0bac61a9c40f4ca5" /><Relationship Type="http://schemas.openxmlformats.org/officeDocument/2006/relationships/slideMaster" Target="/ppt/slideMasters/slideMaster11.xml" Id="R8eab09a21b474834" /><Relationship Type="http://schemas.openxmlformats.org/officeDocument/2006/relationships/slideMaster" Target="/ppt/slideMasters/slideMaster12.xml" Id="Rea5de04a40c64343" /><Relationship Type="http://schemas.openxmlformats.org/officeDocument/2006/relationships/slideMaster" Target="/ppt/slideMasters/slideMaster13.xml" Id="Rd0ab684c90dc4dff" /><Relationship Type="http://schemas.openxmlformats.org/officeDocument/2006/relationships/slideMaster" Target="/ppt/slideMasters/slideMaster14.xml" Id="Ra5b5cbe8310f4ae8" /><Relationship Type="http://schemas.openxmlformats.org/officeDocument/2006/relationships/slideMaster" Target="/ppt/slideMasters/slideMaster15.xml" Id="Rbf2dafcba5b94339" /><Relationship Type="http://schemas.openxmlformats.org/officeDocument/2006/relationships/slideMaster" Target="/ppt/slideMasters/slideMaster16.xml" Id="Rd062174d88c94f7d" /><Relationship Type="http://schemas.openxmlformats.org/officeDocument/2006/relationships/slideMaster" Target="/ppt/slideMasters/slideMaster17.xml" Id="R0b53bdd0311f47df" /><Relationship Type="http://schemas.openxmlformats.org/officeDocument/2006/relationships/slideMaster" Target="/ppt/slideMasters/slideMaster18.xml" Id="R80b57e09b6a042be" /><Relationship Type="http://schemas.openxmlformats.org/officeDocument/2006/relationships/slideMaster" Target="/ppt/slideMasters/slideMaster19.xml" Id="R2b030efa43174664" /><Relationship Type="http://schemas.openxmlformats.org/officeDocument/2006/relationships/slideMaster" Target="/ppt/slideMasters/slideMaster20.xml" Id="Rbf3cdeecda6544d3" /><Relationship Type="http://schemas.openxmlformats.org/officeDocument/2006/relationships/slideMaster" Target="/ppt/slideMasters/slideMaster21.xml" Id="R1348dbec66fa4459" /><Relationship Type="http://schemas.openxmlformats.org/officeDocument/2006/relationships/slideMaster" Target="/ppt/slideMasters/slideMaster22.xml" Id="Rd57ae51a1f904ec4" /><Relationship Type="http://schemas.openxmlformats.org/officeDocument/2006/relationships/notesMaster" Target="/ppt/notesMasters/notesMaster1.xml" Id="R7e4f102302e74485" /><Relationship Type="http://schemas.openxmlformats.org/officeDocument/2006/relationships/presProps" Target="/ppt/presProps.xml" Id="Rba95c3f084464bf2" /><Relationship Type="http://schemas.openxmlformats.org/officeDocument/2006/relationships/viewProps" Target="/ppt/viewProps.xml" Id="R5705f6f7db174c58" /><Relationship Type="http://schemas.openxmlformats.org/officeDocument/2006/relationships/tableStyles" Target="/ppt/tableStyles.xml" Id="R3bc0a39f5800442d" /><Relationship Type="http://schemas.openxmlformats.org/officeDocument/2006/relationships/slide" Target="/ppt/slides/slide1.xml" Id="R5e7a64640bf34b26" /><Relationship Type="http://schemas.openxmlformats.org/officeDocument/2006/relationships/slide" Target="/ppt/slides/slide2.xml" Id="Re942d3278f3d4a52" /><Relationship Type="http://schemas.openxmlformats.org/officeDocument/2006/relationships/slide" Target="/ppt/slides/slide3.xml" Id="R056b2629a3684bc3" /><Relationship Type="http://schemas.openxmlformats.org/officeDocument/2006/relationships/slide" Target="/ppt/slides/slide4.xml" Id="R8725f10cf52f404d" /><Relationship Type="http://schemas.openxmlformats.org/officeDocument/2006/relationships/slide" Target="/ppt/slides/slide5.xml" Id="R8b74b074832242a2" /><Relationship Type="http://schemas.openxmlformats.org/officeDocument/2006/relationships/slide" Target="/ppt/slides/slide6.xml" Id="Rec44b98df0d54745" /><Relationship Type="http://schemas.openxmlformats.org/officeDocument/2006/relationships/slide" Target="/ppt/slides/slide7.xml" Id="Rd9ae1d22c7334a06" /><Relationship Type="http://schemas.openxmlformats.org/officeDocument/2006/relationships/slide" Target="/ppt/slides/slide8.xml" Id="R3d08245f9f6b4398" /><Relationship Type="http://schemas.openxmlformats.org/officeDocument/2006/relationships/slide" Target="/ppt/slides/slide9.xml" Id="R6e5fc055867e46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4.xml" Id="R82b2a73a23f340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4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d8b9a51d8941a5" /><Relationship Type="http://schemas.openxmlformats.org/officeDocument/2006/relationships/notesMaster" Target="/ppt/notesMasters/notesMaster1.xml" Id="Rfe07cbd224d745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8601f7fb4b4d4c" /><Relationship Type="http://schemas.openxmlformats.org/officeDocument/2006/relationships/notesMaster" Target="/ppt/notesMasters/notesMaster1.xml" Id="R6c46b6d36f5b44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a04cb7e7484f32" /><Relationship Type="http://schemas.openxmlformats.org/officeDocument/2006/relationships/notesMaster" Target="/ppt/notesMasters/notesMaster1.xml" Id="R22b77139e14f4e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c629c0c3214b34" /><Relationship Type="http://schemas.openxmlformats.org/officeDocument/2006/relationships/notesMaster" Target="/ppt/notesMasters/notesMaster1.xml" Id="R6678d054f02a4e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5db2e633f84301" /><Relationship Type="http://schemas.openxmlformats.org/officeDocument/2006/relationships/notesMaster" Target="/ppt/notesMasters/notesMaster1.xml" Id="Ra3d024d6856c4f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381fb0e6be454b" /><Relationship Type="http://schemas.openxmlformats.org/officeDocument/2006/relationships/notesMaster" Target="/ppt/notesMasters/notesMaster1.xml" Id="Rf8eb48c914124e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cc231282054b90" /><Relationship Type="http://schemas.openxmlformats.org/officeDocument/2006/relationships/notesMaster" Target="/ppt/notesMasters/notesMaster1.xml" Id="R39b5aa3ab52643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bae87d80a2486a" /><Relationship Type="http://schemas.openxmlformats.org/officeDocument/2006/relationships/notesMaster" Target="/ppt/notesMasters/notesMaster1.xml" Id="Rc14ef3177dc346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c1d134c67542a3" /><Relationship Type="http://schemas.openxmlformats.org/officeDocument/2006/relationships/notesMaster" Target="/ppt/notesMasters/notesMaster1.xml" Id="R370e6eccb88e42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ts val="3565"/>
              </a:lnSpc>
              <a:buNone/>
            </a:pPr>
            <a:endParaRPr sz="1700">
              <a:highlight>
                <a:srgbClr val="FFFF00"/>
              </a:highlight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 README 的 draw_kda_arch.py 与技术报告 Figure 2/§2.1.1 校准；参数以开源 config 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§2.1.2/§2.5 校准；vLLM-Ascend Kimi-K3 指南仅将 A3 W4A8 作为当前部署基线，A5为亲和性评估。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§5.1 与 vllm-ascend csrc/attention/chunk_kda_fwd/README.md 校准；CUBE/Vector 划分是 NPU 实现假设，需实测确认。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§5.4.2、vLLM use_kda_recoverssm 与 Kimi-K3 DSpark 部署说明校准。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§2.2/§5.4.2 与 vllm-ascend attn_res_fwd README 校准；A3 支持状态需要专项 benchmark。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§2.3/§5.4.2 与 Kimi-K3 A3 W4A8 指南校准；1.49TB 是权重存储需求，不等于运行时 HBM。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82d1d824e45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75aac92b848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45162f3e8344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b4a40624d348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23ea7c3123042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b0ff43bda514e8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993fb6c220c4fc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461d65f46454c7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da4029cb486481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a6357db367a45e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5a13b58069142a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b2efe31de88c40e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5548390abf5c40d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2f4f6a62419743a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75af831ff4fe42f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240cd6ae7094c95" /><Relationship Type="http://schemas.openxmlformats.org/officeDocument/2006/relationships/image" Target="/ppt/media/image4.png" Id="R6a843eb6c32a434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f987ea352eb74d9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06f4bdcf989141c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93a47d6430594c3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668e4337165f478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36fa6642b6c7482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c073379505404ab5" /><Relationship Type="http://schemas.openxmlformats.org/officeDocument/2006/relationships/image" Target="/ppt/media/image3.jpeg" Id="R2a69cd220e2740f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74cfa4ed38324a50" /><Relationship Type="http://schemas.openxmlformats.org/officeDocument/2006/relationships/image" Target="/ppt/media/image4.jpeg" Id="R54288818d80b48f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c338c882866a40a1" /><Relationship Type="http://schemas.openxmlformats.org/officeDocument/2006/relationships/image" Target="/ppt/media/image5.jpeg" Id="R8ff9c26331144a58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fa772865c4774b11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40afedda03b7412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12a2c2a3c9934a67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dc9eccfc0cef492c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0cab186e34a14529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d41fcdef43b74af5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23f1daa7b44747c8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9ea1f9a0794849c3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86273109b7a84d3b" /><Relationship Type="http://schemas.openxmlformats.org/officeDocument/2006/relationships/image" Target="/ppt/media/image6.jpeg" Id="Rb16d430d9d6240b6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b1eaf604737d4ce2" /><Relationship Type="http://schemas.openxmlformats.org/officeDocument/2006/relationships/image" Target="/ppt/media/image5.png" Id="Rde194cd6de924896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97cbd64e59784d2d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c1f96c4ea4814cf7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fa1f8c68c7824409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14e9ddb16d26441d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d5ca305585174cac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cb952540faaa40a6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5394ea173f704ee5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b0de80914c1647c8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73d67bf4b5c2404c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83105c80b4174415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f34abdb5f11f4f9e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6.xml" Id="R33d6cef5b52a4f47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e72cc56d8872405a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b934779601fb4d5f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646a9fc9ae214bcc" /><Relationship Type="http://schemas.openxmlformats.org/officeDocument/2006/relationships/image" Target="/ppt/media/image3.jpeg" Id="Rca435cabee6a4e17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27beb7f5abea40ff" /><Relationship Type="http://schemas.openxmlformats.org/officeDocument/2006/relationships/image" Target="/ppt/media/image4.jpeg" Id="R6e3e955d775c4856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cbd175b1c4c24f82" /><Relationship Type="http://schemas.openxmlformats.org/officeDocument/2006/relationships/image" Target="/ppt/media/image5.jpeg" Id="Rd009e3da4825433b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8e7fe705f98c46c1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c19a16b70d044dee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6f6eb74e61264938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68ceb7b821284c2e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a3f08ce4fc28457a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c293a734465e4928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b68986c03c2846f3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50703ad065eb4f4a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6fe8388b289f415c" /><Relationship Type="http://schemas.openxmlformats.org/officeDocument/2006/relationships/image" Target="/ppt/media/image6.jpeg" Id="R3f0fcf9baa6d44c8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f91d81b00c364e05" /><Relationship Type="http://schemas.openxmlformats.org/officeDocument/2006/relationships/image" Target="/ppt/media/image5.png" Id="Rc07457da456b42a6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0fa4349b25564dfd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8d4322877da0446e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029dc8a1f3ac4407" /><Relationship Type="http://schemas.openxmlformats.org/officeDocument/2006/relationships/image" Target="/ppt/media/image3.jpeg" Id="R77082e5930734b2a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fbd09d5c79344597" /><Relationship Type="http://schemas.openxmlformats.org/officeDocument/2006/relationships/image" Target="/ppt/media/image4.jpeg" Id="R542f4427f140454e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0410a0e40d504670" /><Relationship Type="http://schemas.openxmlformats.org/officeDocument/2006/relationships/image" Target="/ppt/media/image5.jpeg" Id="R9534ffe0521e4b23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02862bfa91264dff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6e615181df4f4762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3faea250b41c4527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20738f8add1e4f96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865670bd70ba4913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51e6b48dc4c74822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836f58095aae4c7a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301af6ec30954b01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bf05af974b7e49d6" /><Relationship Type="http://schemas.openxmlformats.org/officeDocument/2006/relationships/image" Target="/ppt/media/image6.jpeg" Id="Rc2b29ae69e50400f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864239fb02a64177" /><Relationship Type="http://schemas.openxmlformats.org/officeDocument/2006/relationships/image" Target="/ppt/media/image5.png" Id="R1a716b152da44ba8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0.xml" Id="R7922550fd5f14c61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0.xml" Id="R3057225d723946de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0.xml" Id="Rcd3755d5bb274cc7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1.xml" Id="R716dccb70f13462e" /></Relationships>
</file>

<file path=ppt/slideLayouts/slideLayout1.xml><?xml version="1.0" encoding="utf-8"?>
<p:sldLayout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6E5D826-740F-4C43-BBD9-B9AF11FA4CD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048" y="480684"/>
            <a:ext cx="10740640" cy="4644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Font typeface="Arial"/>
              <a:buNone/>
              <a:defRPr sz="2400" b="1" baseline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Box 3">
            <a:extLst xmlns:a="http://schemas.openxmlformats.org/drawingml/2006/main">
              <a:ext uri="{FF2B5EF4-FFF2-40B4-BE49-F238E27FC236}">
                <a16:creationId xmlns:a16="http://schemas.microsoft.com/office/drawing/2014/main" id="{EF813A78-888B-4712-BF85-715FE4CA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2" y="6402808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2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B65AA4E-6BD8-4095-8702-1300B9EFE8C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BED69E-AA3A-4BFA-BD1D-D9DB3FD5B42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26021" y="1512875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79705" marR="0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328930" marR="0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/>
                <a:ea typeface="微软雅黑"/>
                <a:cs typeface="微软雅黑"/>
              </a:defRPr>
            </a:lvl2pPr>
            <a:lvl3pPr marL="1098550" marR="0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/>
                <a:ea typeface="微软雅黑"/>
                <a:cs typeface="微软雅黑"/>
              </a:defRPr>
            </a:lvl3pPr>
            <a:lvl4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  <a:p xmlns:a="http://schemas.openxmlformats.org/drawingml/2006/main">
            <a:pPr marL="328930" marR="0" lvl="1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r>
              <a:t>单击此处添加文本</a:t>
            </a:r>
            <a:endParaRPr/>
          </a:p>
          <a:p xmlns:a="http://schemas.openxmlformats.org/drawingml/2006/main">
            <a:pPr marL="1098550" marR="0" lvl="2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r>
              <a:t>单击此处添加文本</a:t>
            </a:r>
            <a:endParaRPr/>
          </a:p>
          <a:p xmlns:a="http://schemas.openxmlformats.org/drawingml/2006/main">
            <a:pPr marL="1098550" marR="0" lvl="2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结束页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72517A-E108-46F9-A5E6-C0997525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86" y="1402064"/>
            <a:ext cx="3921034" cy="854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800">
                <a:solidFill>
                  <a:schemeClr val="tx1"/>
                </a:solidFill>
              </a:rPr>
              <a:t>Thank you.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E645007-D47C-45C4-98C0-70F376BD01A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C0042B-A308-4902-B80B-DEB8276B7783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11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25145" indent="-170815">
              <a:buFont typeface="Arial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/>
              <a:buChar char="•"/>
              <a:tabLst>
                <a:tab pos="1206500" algn="ctr"/>
              </a:tabLst>
              <a:defRPr sz="1295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userDrawn="1">
  <p:cSld name="智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5092E63-26CB-4927-8FF9-5B5FCBAEAC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048" y="480684"/>
            <a:ext cx="10740640" cy="4644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Font typeface="Arial"/>
              <a:buNone/>
              <a:defRPr sz="2400" b="1" baseline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Box 3">
            <a:extLst xmlns:a="http://schemas.openxmlformats.org/drawingml/2006/main">
              <a:ext uri="{FF2B5EF4-FFF2-40B4-BE49-F238E27FC236}">
                <a16:creationId xmlns:a16="http://schemas.microsoft.com/office/drawing/2014/main" id="{A47C0941-13DD-45BD-8938-B1DB69A7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2" y="6402808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2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userDrawn="1">
  <p:cSld name="4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3EB65DA-988F-46CE-AC03-D89DA2BCD06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048" y="480686"/>
            <a:ext cx="10740640" cy="4644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lvl1pPr>
            <a:lvl2pPr marL="593090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0540" indent="0" algn="ctr">
              <a:buNone/>
              <a:defRPr sz="2080"/>
            </a:lvl4pPr>
            <a:lvl5pPr marL="2373630" indent="0" algn="ctr">
              <a:buNone/>
              <a:defRPr sz="2080"/>
            </a:lvl5pPr>
            <a:lvl6pPr marL="2966720" indent="0" algn="ctr">
              <a:buNone/>
              <a:defRPr sz="2080"/>
            </a:lvl6pPr>
            <a:lvl7pPr marL="3561080" indent="0" algn="ctr">
              <a:buNone/>
              <a:defRPr sz="2080"/>
            </a:lvl7pPr>
            <a:lvl8pPr marL="4154170" indent="0" algn="ctr">
              <a:buNone/>
              <a:defRPr sz="2080"/>
            </a:lvl8pPr>
            <a:lvl9pPr marL="4747260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16C3B41-D6D1-4591-BDBF-A533E6163A5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BD5323-3E94-4914-B7F0-925FDE5C31CD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11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25145" indent="-170815">
              <a:buFont typeface="Arial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/>
              <a:buChar char="•"/>
              <a:tabLst>
                <a:tab pos="1206500" algn="ctr"/>
              </a:tabLst>
              <a:defRPr sz="1295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24BD77-6C30-4FD9-8EDF-DB87B9474F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43ACEFE-7840-4A97-A990-AEBA56E225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F30F5AB-94E2-487C-9913-244A6A0BBE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AD8E6A-D239-45DC-8734-7A6B9B319D68}" type="datetimeFigureOut">
              <a:rPr>
                <a:solidFill>
                  <a:prstClr val="black">
                    <a:tint val="75000"/>
                  </a:prstClr>
                </a:solidFill>
              </a:rPr>
              <a:t>2026/10/13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E4FC911-530E-4DC7-843C-616FCD0588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653917-E620-41BD-BF78-265AD2CA9A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FE9318-1D1A-4BA1-918A-91DA8E12362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99E20D-F2DB-4E71-AB77-83957B76DFA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597" y="1122363"/>
            <a:ext cx="9147572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599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800557B-12F8-45C3-8F64-757D219B4E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597" y="3602038"/>
            <a:ext cx="9147572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395"/>
            </a:lvl1pPr>
            <a:lvl2pPr marL="456565" indent="0" algn="ctr">
              <a:buNone/>
              <a:defRPr sz="1995"/>
            </a:lvl2pPr>
            <a:lvl3pPr marL="912495" indent="0" algn="ctr">
              <a:buNone/>
              <a:defRPr sz="1795"/>
            </a:lvl3pPr>
            <a:lvl4pPr marL="1369060" indent="0" algn="ctr">
              <a:buNone/>
              <a:defRPr sz="1595"/>
            </a:lvl4pPr>
            <a:lvl5pPr marL="1826260" indent="0" algn="ctr">
              <a:buNone/>
              <a:defRPr sz="1595"/>
            </a:lvl5pPr>
            <a:lvl6pPr marL="2282190" indent="0" algn="ctr">
              <a:buNone/>
              <a:defRPr sz="1595"/>
            </a:lvl6pPr>
            <a:lvl7pPr marL="2738755" indent="0" algn="ctr">
              <a:buNone/>
              <a:defRPr sz="1595"/>
            </a:lvl7pPr>
            <a:lvl8pPr marL="3194685" indent="0" algn="ctr">
              <a:buNone/>
              <a:defRPr sz="1595"/>
            </a:lvl8pPr>
            <a:lvl9pPr marL="3651250" indent="0" algn="ctr">
              <a:buNone/>
              <a:defRPr sz="1595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B773B6A-E97E-4477-B78E-FE706B929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914400">
              <a:buNone/>
            </a:pPr>
            <a:fld id="{D997B5FA-0921-464F-AAE1-844C04324D75}" type="datetimeFigureOut">
              <a:rPr>
                <a:solidFill>
                  <a:srgbClr val="1D1D1A"/>
                </a:solidFill>
              </a:rPr>
              <a:t>2026/10/13</a:t>
            </a:fld>
            <a:endParaRPr>
              <a:solidFill>
                <a:srgbClr val="1D1D1A"/>
              </a:solidFill>
            </a:endParaRPr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969B40-94EB-431A-B1DF-F3C1EC542F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914400">
              <a:buNone/>
            </a:pPr>
            <a:endParaRPr>
              <a:solidFill>
                <a:srgbClr val="1D1D1A"/>
              </a:solidFill>
            </a:endParaR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C90E918-9514-401A-96DD-E7883F9F46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914400">
              <a:buNone/>
            </a:pPr>
            <a:fld id="{565CE74E-AB26-4998-AD42-012C4C1AD076}" type="slidenum">
              <a:rPr>
                <a:solidFill>
                  <a:srgbClr val="1D1D1A"/>
                </a:solidFill>
              </a:rPr>
              <a:t>‹#›</a:t>
            </a:fld>
            <a:endParaRPr>
              <a:solidFill>
                <a:srgbClr val="1D1D1A"/>
              </a:solidFill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userDrawn="1">
  <p:cSld name="1_Contents page"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ABEB4725-71DD-4CC2-B97B-EAC3165C9ED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33620" y="1843088"/>
            <a:ext cx="10122060" cy="3013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90000" bIns="90000"/>
          <a:lstStyle xmlns:a="http://schemas.openxmlformats.org/drawingml/2006/main"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3pPr>
            <a:lvl4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4pPr>
            <a:lvl5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  <p:sp>
        <p:nvSpPr>
          <p:cNvPr id="3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1ED7AB72-22AC-4FD0-82F7-E88A0FE4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9918" y="1349255"/>
            <a:ext cx="88596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7000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373B8AD-434A-4EA3-8A93-24A9F85C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16" y="630373"/>
            <a:ext cx="1147485" cy="653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1_8*#仅标题（一行标题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0345A433-6736-4D44-998F-64B22687AB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2615" y="447469"/>
            <a:ext cx="11301062" cy="4970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buNone/>
              <a:defRPr baseline="0"/>
            </a:lvl1pPr>
          </a:lstStyle>
          <a:p xmlns:a="http://schemas.openxmlformats.org/drawingml/2006/main"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/>
              <a:buNone/>
            </a:pPr>
            <a:r>
              <a:t>单击此处编辑母版标题样式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15FF18-5B64-48C2-8A25-854AA5727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3B2AA0-F61F-4DB0-B18B-3859F613D7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101BDA7-D9A5-4E8A-A680-DA94F8EE32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914400">
              <a:buNone/>
            </a:pPr>
            <a:fld id="{A5D3794B-289A-4A80-97D7-111025398D45}" type="datetimeFigureOut">
              <a:rPr>
                <a:solidFill>
                  <a:prstClr val="black">
                    <a:lumMod val="95000"/>
                    <a:lumOff val="5000"/>
                  </a:prstClr>
                </a:solidFill>
              </a:rPr>
              <a:t>10/13/2026</a:t>
            </a:fld>
            <a:endParaRPr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41B9C3-2943-4B09-9918-81AA129A76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914400">
              <a:buNone/>
            </a:pPr>
            <a:endParaRPr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937028-2AF0-4E36-A404-1D87D84E85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914400">
              <a:buNone/>
            </a:pPr>
            <a:fld id="{4FAB73BC-B049-4115-A692-8D63A059BFB8}" type="slidenum">
              <a:rPr>
                <a:solidFill>
                  <a:prstClr val="black">
                    <a:lumMod val="95000"/>
                    <a:lumOff val="5000"/>
                  </a:prstClr>
                </a:solidFill>
              </a:rPr>
              <a:t>‹#›</a:t>
            </a:fld>
            <a:endParaRPr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3D1425F-DE1F-4AE1-9859-CAA675B1E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06" y="161890"/>
            <a:ext cx="11165422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795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5" name="矩形 9">
            <a:extLst xmlns:a="http://schemas.openxmlformats.org/drawingml/2006/main">
              <a:ext uri="{FF2B5EF4-FFF2-40B4-BE49-F238E27FC236}">
                <a16:creationId xmlns:a16="http://schemas.microsoft.com/office/drawing/2014/main" id="{3B2CC7BA-97E6-49E0-9C60-15952B3F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6133" y="1071860"/>
            <a:ext cx="239116" cy="44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6" name="矩形 10">
            <a:extLst xmlns:a="http://schemas.openxmlformats.org/drawingml/2006/main">
              <a:ext uri="{FF2B5EF4-FFF2-40B4-BE49-F238E27FC236}">
                <a16:creationId xmlns:a16="http://schemas.microsoft.com/office/drawing/2014/main" id="{ACD12012-A45F-4FD7-93F7-6A7984F8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6133" y="577979"/>
            <a:ext cx="239116" cy="44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F3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矩形 11">
            <a:extLst xmlns:a="http://schemas.openxmlformats.org/drawingml/2006/main">
              <a:ext uri="{FF2B5EF4-FFF2-40B4-BE49-F238E27FC236}">
                <a16:creationId xmlns:a16="http://schemas.microsoft.com/office/drawing/2014/main" id="{8511DA80-F0D6-48D1-B670-486DE103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6133" y="84098"/>
            <a:ext cx="239116" cy="44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2CD16E6-5E47-4B33-93D9-E8F4F76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6133" y="1565741"/>
            <a:ext cx="239116" cy="44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11" name="矩形 13">
            <a:extLst xmlns:a="http://schemas.openxmlformats.org/drawingml/2006/main">
              <a:ext uri="{FF2B5EF4-FFF2-40B4-BE49-F238E27FC236}">
                <a16:creationId xmlns:a16="http://schemas.microsoft.com/office/drawing/2014/main" id="{D8B45B27-EEB2-4D82-8736-C60AC06F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3200" y="3818356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12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05FEF4E-6DE9-4C65-A16A-897F15E3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988" y="3674172"/>
            <a:ext cx="633008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defTabSz="912495">
              <a:buNone/>
            </a:pPr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13" name="矩形 13">
            <a:extLst xmlns:a="http://schemas.openxmlformats.org/drawingml/2006/main">
              <a:ext uri="{FF2B5EF4-FFF2-40B4-BE49-F238E27FC236}">
                <a16:creationId xmlns:a16="http://schemas.microsoft.com/office/drawing/2014/main" id="{C3D859E8-9DF3-4851-BEA6-FC261340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285" y="3818356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5459686-5994-4423-B69A-EA03E289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3200" y="4702017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CC3B340-ABF3-4160-BCE0-44B99916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285" y="4263040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16" name="矩形 13">
            <a:extLst xmlns:a="http://schemas.openxmlformats.org/drawingml/2006/main">
              <a:ext uri="{FF2B5EF4-FFF2-40B4-BE49-F238E27FC236}">
                <a16:creationId xmlns:a16="http://schemas.microsoft.com/office/drawing/2014/main" id="{4CB0B10B-CD84-4FB1-AD25-F30E04F3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3200" y="5582376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17" name="矩形 13">
            <a:extLst xmlns:a="http://schemas.openxmlformats.org/drawingml/2006/main">
              <a:ext uri="{FF2B5EF4-FFF2-40B4-BE49-F238E27FC236}">
                <a16:creationId xmlns:a16="http://schemas.microsoft.com/office/drawing/2014/main" id="{9158FBDF-C938-49FC-97E0-044C6839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285" y="4709711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18" name="矩形 13">
            <a:extLst xmlns:a="http://schemas.openxmlformats.org/drawingml/2006/main">
              <a:ext uri="{FF2B5EF4-FFF2-40B4-BE49-F238E27FC236}">
                <a16:creationId xmlns:a16="http://schemas.microsoft.com/office/drawing/2014/main" id="{C2D84EBB-CD15-4F20-BC2D-122E4255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299" y="2766060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19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48F0088-D9B6-438E-BAC1-678FA1C8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85673" y="2625399"/>
            <a:ext cx="43687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defTabSz="912495">
              <a:buNone/>
            </a:pPr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20" name="矩形 13">
            <a:extLst xmlns:a="http://schemas.openxmlformats.org/drawingml/2006/main">
              <a:ext uri="{FF2B5EF4-FFF2-40B4-BE49-F238E27FC236}">
                <a16:creationId xmlns:a16="http://schemas.microsoft.com/office/drawing/2014/main" id="{1D5ABADB-AFD9-4E5E-893B-41325538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914" y="3207072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21" name="矩形 13">
            <a:extLst xmlns:a="http://schemas.openxmlformats.org/drawingml/2006/main">
              <a:ext uri="{FF2B5EF4-FFF2-40B4-BE49-F238E27FC236}">
                <a16:creationId xmlns:a16="http://schemas.microsoft.com/office/drawing/2014/main" id="{1F12D209-2FF9-4ECA-9FDE-6AD25BB7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855" y="4258597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22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F8B5C-7058-4A53-9D9D-DEEC7F9C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855" y="5142259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23" name="矩形 13">
            <a:extLst xmlns:a="http://schemas.openxmlformats.org/drawingml/2006/main">
              <a:ext uri="{FF2B5EF4-FFF2-40B4-BE49-F238E27FC236}">
                <a16:creationId xmlns:a16="http://schemas.microsoft.com/office/drawing/2014/main" id="{9646BFBE-3A0A-4187-BB57-27A92DA7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855" y="6021354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24" name="矩形 13">
            <a:extLst xmlns:a="http://schemas.openxmlformats.org/drawingml/2006/main">
              <a:ext uri="{FF2B5EF4-FFF2-40B4-BE49-F238E27FC236}">
                <a16:creationId xmlns:a16="http://schemas.microsoft.com/office/drawing/2014/main" id="{482408F3-B07D-48FA-BE06-93423871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197" y="5582376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25" name="矩形 13">
            <a:extLst xmlns:a="http://schemas.openxmlformats.org/drawingml/2006/main">
              <a:ext uri="{FF2B5EF4-FFF2-40B4-BE49-F238E27FC236}">
                <a16:creationId xmlns:a16="http://schemas.microsoft.com/office/drawing/2014/main" id="{C5AD1C84-128A-479B-8A06-008F81CB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5852" y="5142259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26" name="矩形 13">
            <a:extLst xmlns:a="http://schemas.openxmlformats.org/drawingml/2006/main">
              <a:ext uri="{FF2B5EF4-FFF2-40B4-BE49-F238E27FC236}">
                <a16:creationId xmlns:a16="http://schemas.microsoft.com/office/drawing/2014/main" id="{23F37A0B-8EF8-48A7-ACA0-DC8CD7C4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5852" y="6021354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27" name="矩形 13">
            <a:extLst xmlns:a="http://schemas.openxmlformats.org/drawingml/2006/main">
              <a:ext uri="{FF2B5EF4-FFF2-40B4-BE49-F238E27FC236}">
                <a16:creationId xmlns:a16="http://schemas.microsoft.com/office/drawing/2014/main" id="{AF56BE65-8904-495E-B090-49366342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2226" y="2766060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28" name="矩形 13">
            <a:extLst xmlns:a="http://schemas.openxmlformats.org/drawingml/2006/main">
              <a:ext uri="{FF2B5EF4-FFF2-40B4-BE49-F238E27FC236}">
                <a16:creationId xmlns:a16="http://schemas.microsoft.com/office/drawing/2014/main" id="{2D345895-BCE0-4608-86C7-1EA56A80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41" y="3207072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29" name="矩形 13">
            <a:extLst xmlns:a="http://schemas.openxmlformats.org/drawingml/2006/main">
              <a:ext uri="{FF2B5EF4-FFF2-40B4-BE49-F238E27FC236}">
                <a16:creationId xmlns:a16="http://schemas.microsoft.com/office/drawing/2014/main" id="{3461731A-B0FE-4DB3-B7A4-6A11568B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9330" y="3818356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30" name="矩形 13">
            <a:extLst xmlns:a="http://schemas.openxmlformats.org/drawingml/2006/main">
              <a:ext uri="{FF2B5EF4-FFF2-40B4-BE49-F238E27FC236}">
                <a16:creationId xmlns:a16="http://schemas.microsoft.com/office/drawing/2014/main" id="{31CA1757-5D00-4B74-99A0-A8D791EE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9330" y="4263040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31" name="矩形 13">
            <a:extLst xmlns:a="http://schemas.openxmlformats.org/drawingml/2006/main">
              <a:ext uri="{FF2B5EF4-FFF2-40B4-BE49-F238E27FC236}">
                <a16:creationId xmlns:a16="http://schemas.microsoft.com/office/drawing/2014/main" id="{0241966F-1D66-4B31-B9EA-4D65B872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9330" y="4709711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32" name="矩形 13">
            <a:extLst xmlns:a="http://schemas.openxmlformats.org/drawingml/2006/main">
              <a:ext uri="{FF2B5EF4-FFF2-40B4-BE49-F238E27FC236}">
                <a16:creationId xmlns:a16="http://schemas.microsoft.com/office/drawing/2014/main" id="{DAACCFF1-B9CD-41EE-8C5F-A7C903A9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241" y="5582376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33" name="矩形 13">
            <a:extLst xmlns:a="http://schemas.openxmlformats.org/drawingml/2006/main">
              <a:ext uri="{FF2B5EF4-FFF2-40B4-BE49-F238E27FC236}">
                <a16:creationId xmlns:a16="http://schemas.microsoft.com/office/drawing/2014/main" id="{53244B44-8EBE-46C6-86DC-FFD46863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3896" y="5142259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34" name="矩形 13">
            <a:extLst xmlns:a="http://schemas.openxmlformats.org/drawingml/2006/main">
              <a:ext uri="{FF2B5EF4-FFF2-40B4-BE49-F238E27FC236}">
                <a16:creationId xmlns:a16="http://schemas.microsoft.com/office/drawing/2014/main" id="{D7358B39-780B-48AE-BB7E-84C107A1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3896" y="6021354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35" name="矩形 13">
            <a:extLst xmlns:a="http://schemas.openxmlformats.org/drawingml/2006/main">
              <a:ext uri="{FF2B5EF4-FFF2-40B4-BE49-F238E27FC236}">
                <a16:creationId xmlns:a16="http://schemas.microsoft.com/office/drawing/2014/main" id="{176E0130-F7D6-42E4-A8C2-1DE9DB65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0270" y="2766060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36" name="矩形 13">
            <a:extLst xmlns:a="http://schemas.openxmlformats.org/drawingml/2006/main">
              <a:ext uri="{FF2B5EF4-FFF2-40B4-BE49-F238E27FC236}">
                <a16:creationId xmlns:a16="http://schemas.microsoft.com/office/drawing/2014/main" id="{4DEA7FF8-01ED-4CE9-BED0-0C6CC251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9885" y="3207072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37" name="矩形 13">
            <a:extLst xmlns:a="http://schemas.openxmlformats.org/drawingml/2006/main">
              <a:ext uri="{FF2B5EF4-FFF2-40B4-BE49-F238E27FC236}">
                <a16:creationId xmlns:a16="http://schemas.microsoft.com/office/drawing/2014/main" id="{C5110A51-DE61-4F2A-9ED8-10F7F227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343" y="3818356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38" name="矩形 13">
            <a:extLst xmlns:a="http://schemas.openxmlformats.org/drawingml/2006/main">
              <a:ext uri="{FF2B5EF4-FFF2-40B4-BE49-F238E27FC236}">
                <a16:creationId xmlns:a16="http://schemas.microsoft.com/office/drawing/2014/main" id="{BA1F00B3-5512-43AC-B7D2-C8EF415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343" y="4263040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39" name="矩形 13">
            <a:extLst xmlns:a="http://schemas.openxmlformats.org/drawingml/2006/main">
              <a:ext uri="{FF2B5EF4-FFF2-40B4-BE49-F238E27FC236}">
                <a16:creationId xmlns:a16="http://schemas.microsoft.com/office/drawing/2014/main" id="{9F642A32-A561-4CA0-8DAA-1BA38C89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343" y="4709711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40" name="矩形 13">
            <a:extLst xmlns:a="http://schemas.openxmlformats.org/drawingml/2006/main">
              <a:ext uri="{FF2B5EF4-FFF2-40B4-BE49-F238E27FC236}">
                <a16:creationId xmlns:a16="http://schemas.microsoft.com/office/drawing/2014/main" id="{3015E1C7-8463-4F54-B834-4842AAFA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55" y="5582376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41" name="矩形 13">
            <a:extLst xmlns:a="http://schemas.openxmlformats.org/drawingml/2006/main">
              <a:ext uri="{FF2B5EF4-FFF2-40B4-BE49-F238E27FC236}">
                <a16:creationId xmlns:a16="http://schemas.microsoft.com/office/drawing/2014/main" id="{2B1E3CC9-9FA8-4FB8-B872-B4AB24B0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0910" y="5142259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42" name="矩形 13">
            <a:extLst xmlns:a="http://schemas.openxmlformats.org/drawingml/2006/main">
              <a:ext uri="{FF2B5EF4-FFF2-40B4-BE49-F238E27FC236}">
                <a16:creationId xmlns:a16="http://schemas.microsoft.com/office/drawing/2014/main" id="{678F2F4C-537B-4380-A12B-C4C99A42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0910" y="6021354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190/23/238</a:t>
            </a:r>
          </a:p>
        </p:txBody>
      </p:sp>
      <p:sp>
        <p:nvSpPr>
          <p:cNvPr id="43" name="矩形 13">
            <a:extLst xmlns:a="http://schemas.openxmlformats.org/drawingml/2006/main">
              <a:ext uri="{FF2B5EF4-FFF2-40B4-BE49-F238E27FC236}">
                <a16:creationId xmlns:a16="http://schemas.microsoft.com/office/drawing/2014/main" id="{5C582AC2-7AB7-4E99-8DF7-783B8AD3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7284" y="2766060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44" name="矩形 13">
            <a:extLst xmlns:a="http://schemas.openxmlformats.org/drawingml/2006/main">
              <a:ext uri="{FF2B5EF4-FFF2-40B4-BE49-F238E27FC236}">
                <a16:creationId xmlns:a16="http://schemas.microsoft.com/office/drawing/2014/main" id="{38B6A361-FE55-431C-9984-69E46357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899" y="3207072"/>
            <a:ext cx="475974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45" name="矩形 13">
            <a:extLst xmlns:a="http://schemas.openxmlformats.org/drawingml/2006/main">
              <a:ext uri="{FF2B5EF4-FFF2-40B4-BE49-F238E27FC236}">
                <a16:creationId xmlns:a16="http://schemas.microsoft.com/office/drawing/2014/main" id="{5DA91A9B-71C3-4575-89D0-DAA872CB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858" y="6459222"/>
            <a:ext cx="30884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35/24/21</a:t>
            </a:r>
          </a:p>
        </p:txBody>
      </p:sp>
      <p:sp>
        <p:nvSpPr>
          <p:cNvPr id="46" name="矩形 13">
            <a:extLst xmlns:a="http://schemas.openxmlformats.org/drawingml/2006/main">
              <a:ext uri="{FF2B5EF4-FFF2-40B4-BE49-F238E27FC236}">
                <a16:creationId xmlns:a16="http://schemas.microsoft.com/office/drawing/2014/main" id="{FF25AAE2-2972-4137-8496-2725B6AE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0469" y="6459222"/>
            <a:ext cx="30884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47" name="矩形 13">
            <a:extLst xmlns:a="http://schemas.openxmlformats.org/drawingml/2006/main">
              <a:ext uri="{FF2B5EF4-FFF2-40B4-BE49-F238E27FC236}">
                <a16:creationId xmlns:a16="http://schemas.microsoft.com/office/drawing/2014/main" id="{4FCF5948-8CB3-412D-B135-8E139C10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1026" y="6459222"/>
            <a:ext cx="30884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48" name="矩形 13">
            <a:extLst xmlns:a="http://schemas.openxmlformats.org/drawingml/2006/main">
              <a:ext uri="{FF2B5EF4-FFF2-40B4-BE49-F238E27FC236}">
                <a16:creationId xmlns:a16="http://schemas.microsoft.com/office/drawing/2014/main" id="{D38B666C-A5F4-4371-86FC-0EEB2596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0553" y="6459222"/>
            <a:ext cx="30884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49" name="矩形 13">
            <a:extLst xmlns:a="http://schemas.openxmlformats.org/drawingml/2006/main">
              <a:ext uri="{FF2B5EF4-FFF2-40B4-BE49-F238E27FC236}">
                <a16:creationId xmlns:a16="http://schemas.microsoft.com/office/drawing/2014/main" id="{15AADBEB-E0D8-410B-B014-B7C5209C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07256" y="6459222"/>
            <a:ext cx="30884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50" name="矩形 13">
            <a:extLst xmlns:a="http://schemas.openxmlformats.org/drawingml/2006/main">
              <a:ext uri="{FF2B5EF4-FFF2-40B4-BE49-F238E27FC236}">
                <a16:creationId xmlns:a16="http://schemas.microsoft.com/office/drawing/2014/main" id="{0C0759E6-03FC-45A1-B3F5-CFDCC943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33205" y="6459222"/>
            <a:ext cx="30884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370E0F0-6E4D-43A1-8D56-09E672F64DD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095BCF-E667-4E2C-84A7-00BDCBBB0B37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26021" y="1512875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79705" marR="0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328930" marR="0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/>
                <a:ea typeface="微软雅黑"/>
                <a:cs typeface="微软雅黑"/>
              </a:defRPr>
            </a:lvl2pPr>
            <a:lvl3pPr marL="1098550" marR="0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/>
                <a:ea typeface="微软雅黑"/>
                <a:cs typeface="微软雅黑"/>
              </a:defRPr>
            </a:lvl3pPr>
            <a:lvl4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  <a:p xmlns:a="http://schemas.openxmlformats.org/drawingml/2006/main">
            <a:pPr marL="328930" marR="0" lvl="1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r>
              <a:t>单击此处添加文本</a:t>
            </a:r>
            <a:endParaRPr/>
          </a:p>
          <a:p xmlns:a="http://schemas.openxmlformats.org/drawingml/2006/main">
            <a:pPr marL="1098550" marR="0" lvl="2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r>
              <a:t>单击此处添加文本</a:t>
            </a:r>
            <a:endParaRPr/>
          </a:p>
          <a:p xmlns:a="http://schemas.openxmlformats.org/drawingml/2006/main">
            <a:pPr marL="1098550" marR="0" lvl="2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userDrawn="1">
  <p:cSld name="探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4187BE3D-BCD7-42BF-973F-B6A10DDA14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843eb6c32a43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7" name="L 形 6">
            <a:extLst xmlns:a="http://schemas.openxmlformats.org/drawingml/2006/main">
              <a:ext uri="{FF2B5EF4-FFF2-40B4-BE49-F238E27FC236}">
                <a16:creationId xmlns:a16="http://schemas.microsoft.com/office/drawing/2014/main" id="{F035A08C-C43C-4D1A-90D9-B7019A66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53942" y="2130562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A6656DB7-2366-45F0-B556-5383B832906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  <a:prstDash val="dash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39B637F5-9755-44A3-9511-D0AF8EF52BC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userDrawn="1">
  <p:cSld name="目录页"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1717431-8B03-4874-8929-D8463293A41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33620" y="1843088"/>
            <a:ext cx="10122060" cy="3013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90000" bIns="90000"/>
          <a:lstStyle xmlns:a="http://schemas.openxmlformats.org/drawingml/2006/main"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3pPr>
            <a:lvl4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4pPr>
            <a:lvl5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  <p:sp>
        <p:nvSpPr>
          <p:cNvPr id="3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CC8F3AF8-CE07-49BC-8EB3-A99B236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9918" y="1349255"/>
            <a:ext cx="88596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7000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6D536BF6-3589-4574-A2A3-14AB80AF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16" y="630373"/>
            <a:ext cx="1147485" cy="653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1_End pag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202321-FB34-453C-A69E-0896CF1E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88" y="1402067"/>
            <a:ext cx="3921034" cy="854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913765">
              <a:spcBef>
                <a:spcPct val="0"/>
              </a:spcBef>
              <a:spcAft>
                <a:spcPct val="0"/>
              </a:spcAft>
              <a:buNone/>
            </a:pPr>
            <a:r>
              <a:rPr sz="4795">
                <a:solidFill>
                  <a:srgbClr val="1D1D1A"/>
                </a:solidFill>
                <a:latin typeface="FrutigerNext LT Regular"/>
                <a:ea typeface="FrutigerNext LT Regular"/>
                <a:cs typeface="FrutigerNext LT Regular"/>
              </a:rPr>
              <a:t>Thank you.</a:t>
            </a:r>
          </a:p>
        </p:txBody>
      </p:sp>
      <p:sp>
        <p:nvSpPr>
          <p:cNvPr id="3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5A09EC52-7659-4717-827C-44A12890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359" y="2794960"/>
            <a:ext cx="3225168" cy="2029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065"/>
              </a:lnSpc>
              <a:spcAft>
                <a:spcPct val="0"/>
              </a:spcAft>
              <a:buNone/>
            </a:pPr>
            <a:r>
              <a:rPr sz="850" b="1">
                <a:solidFill>
                  <a:srgbClr val="1D1D1B"/>
                </a:solidFill>
                <a:latin typeface="Arial"/>
                <a:ea typeface="Arial"/>
                <a:cs typeface="Arial"/>
              </a:rPr>
              <a:t>Copyright©2018 Huawei Technologies Co., Ltd.</a:t>
            </a:r>
            <a:br>
              <a:rPr sz="850" b="1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850" b="1">
                <a:solidFill>
                  <a:srgbClr val="1D1D1B"/>
                </a:solidFill>
                <a:latin typeface="Arial"/>
                <a:ea typeface="Arial"/>
                <a:cs typeface="Arial"/>
              </a:rPr>
              <a:t>All Rights Reserved.</a:t>
            </a:r>
            <a:br>
              <a:rPr sz="78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br>
              <a:rPr sz="78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  <a:t>The information in this document may contain predictive </a:t>
            </a:r>
            <a:b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  <a:t>statements including, without limitation, statements regarding </a:t>
            </a:r>
            <a:b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  <a:t>the future financial and operating results, future product </a:t>
            </a:r>
            <a:b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  <a:t>portfolio, new technology, etc. There are a number of factors that </a:t>
            </a:r>
            <a:b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  <a:t>could cause actual results and developments to differ materially </a:t>
            </a:r>
            <a:b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  <a:t>from those expressed or implied in the predictive statements. </a:t>
            </a:r>
            <a:b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  <a:t>Therefore, such information is provided for reference purpose </a:t>
            </a:r>
            <a:b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  <a:t>only and constitutes neither an offer nor an acceptance. Huawei </a:t>
            </a:r>
            <a:b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850">
                <a:solidFill>
                  <a:srgbClr val="1D1D1B"/>
                </a:solidFill>
                <a:latin typeface="Arial"/>
                <a:ea typeface="Arial"/>
                <a:cs typeface="Arial"/>
              </a:rPr>
              <a:t>may change the information at any time without notice. </a:t>
            </a:r>
          </a:p>
          <a:p xmlns:a="http://schemas.openxmlformats.org/drawingml/2006/main">
            <a:pPr>
              <a:lnSpc>
                <a:spcPts val="1065"/>
              </a:lnSpc>
              <a:spcAft>
                <a:spcPct val="0"/>
              </a:spcAft>
              <a:buNone/>
            </a:pPr>
            <a:endParaRPr sz="78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itle 6">
            <a:extLst xmlns:a="http://schemas.openxmlformats.org/drawingml/2006/main">
              <a:ext uri="{FF2B5EF4-FFF2-40B4-BE49-F238E27FC236}">
                <a16:creationId xmlns:a16="http://schemas.microsoft.com/office/drawing/2014/main" id="{4D329C29-F71C-4D83-8BAB-50FA72DD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278" y="1631849"/>
            <a:ext cx="3477701" cy="491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68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sz="1300">
                <a:solidFill>
                  <a:srgbClr val="1D1D1B"/>
                </a:solidFill>
                <a:latin typeface="微软雅黑"/>
                <a:ea typeface="微软雅黑"/>
                <a:cs typeface="微软雅黑"/>
              </a:rPr>
              <a:t>把数字世界带入每个人、每个家庭、</a:t>
            </a:r>
            <a:br>
              <a:rPr sz="1300">
                <a:solidFill>
                  <a:srgbClr val="1D1D1B"/>
                </a:solidFill>
                <a:latin typeface="微软雅黑"/>
                <a:ea typeface="微软雅黑"/>
                <a:cs typeface="微软雅黑"/>
              </a:rPr>
            </a:br>
            <a:r>
              <a:rPr sz="1300">
                <a:solidFill>
                  <a:srgbClr val="1D1D1B"/>
                </a:solidFill>
                <a:latin typeface="微软雅黑"/>
                <a:ea typeface="微软雅黑"/>
                <a:cs typeface="微软雅黑"/>
              </a:rPr>
              <a:t>每个组织，构建万物互联的智能世界。</a:t>
            </a:r>
          </a:p>
        </p:txBody>
      </p:sp>
      <p:sp>
        <p:nvSpPr>
          <p:cNvPr id="6" name="Subtitle 6">
            <a:extLst xmlns:a="http://schemas.openxmlformats.org/drawingml/2006/main">
              <a:ext uri="{FF2B5EF4-FFF2-40B4-BE49-F238E27FC236}">
                <a16:creationId xmlns:a16="http://schemas.microsoft.com/office/drawing/2014/main" id="{9024F201-8B16-4F9A-BFC9-C3EEEEF7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674" y="2106124"/>
            <a:ext cx="3481833" cy="582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290"/>
              </a:lnSpc>
              <a:spcAft>
                <a:spcPct val="0"/>
              </a:spcAft>
              <a:buNone/>
            </a:pPr>
            <a:r>
              <a:rPr sz="1200">
                <a:solidFill>
                  <a:srgbClr val="1D1D1B"/>
                </a:solidFill>
                <a:latin typeface="Arial"/>
                <a:ea typeface="Arial"/>
                <a:cs typeface="Arial"/>
              </a:rPr>
              <a:t>Bring digital to every person, home and </a:t>
            </a:r>
            <a:br>
              <a:rPr sz="120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1200">
                <a:solidFill>
                  <a:srgbClr val="1D1D1B"/>
                </a:solidFill>
                <a:latin typeface="Arial"/>
                <a:ea typeface="Arial"/>
                <a:cs typeface="Arial"/>
              </a:rPr>
              <a:t>organization for a fully connected, </a:t>
            </a:r>
            <a:br>
              <a:rPr sz="1200">
                <a:solidFill>
                  <a:srgbClr val="1D1D1B"/>
                </a:solidFill>
                <a:latin typeface="Arial"/>
                <a:ea typeface="Arial"/>
                <a:cs typeface="Arial"/>
              </a:rPr>
            </a:br>
            <a:r>
              <a:rPr sz="1200">
                <a:solidFill>
                  <a:srgbClr val="1D1D1B"/>
                </a:solidFill>
                <a:latin typeface="Arial"/>
                <a:ea typeface="Arial"/>
                <a:cs typeface="Arial"/>
              </a:rPr>
              <a:t>intelligent world.</a:t>
            </a:r>
            <a:endParaRPr sz="12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EF0096B-5EFE-4940-9A16-4173CE5CA7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528" y="365129"/>
            <a:ext cx="10519708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F0D5608-C6E6-4E89-BB4C-91CC150996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528" y="1825625"/>
            <a:ext cx="10519708" cy="4351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689D47A-8B47-475C-8ED1-CB97123FB5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530" y="6356366"/>
            <a:ext cx="274427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911860">
              <a:spcBef>
                <a:spcPct val="0"/>
              </a:spcBef>
              <a:spcAft>
                <a:spcPct val="0"/>
              </a:spcAft>
              <a:buNone/>
            </a:pPr>
            <a:fld id="{CE6777DC-D225-4028-AD0B-277BE12772E8}" type="datetimeFigureOut">
              <a:rPr sz="1200">
                <a:solidFill>
                  <a:srgbClr val="1D1D1A"/>
                </a:solidFill>
                <a:latin typeface="FrutigerNext LT Regular"/>
                <a:ea typeface="FrutigerNext LT Regular"/>
                <a:cs typeface="FrutigerNext LT Regular"/>
              </a:rPr>
              <a:t>2026/10/13</a:t>
            </a:fld>
            <a:endParaRPr sz="1200">
              <a:solidFill>
                <a:srgbClr val="1D1D1A"/>
              </a:solidFill>
              <a:latin typeface="FrutigerNext LT Regular"/>
              <a:ea typeface="FrutigerNext LT Regular"/>
              <a:cs typeface="FrutigerNext LT Regular"/>
            </a:endParaRPr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66E374-549F-4AFC-A5D3-8E6E1AF90D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40178" y="6356366"/>
            <a:ext cx="4116408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91186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1D1D1A"/>
              </a:solidFill>
              <a:latin typeface="FrutigerNext LT Regular"/>
              <a:ea typeface="FrutigerNext LT Regular"/>
              <a:cs typeface="FrutigerNext LT Regular"/>
            </a:endParaR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2BE826E-3704-494F-8D55-EE0F8C1C37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3964" y="6356366"/>
            <a:ext cx="274427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911860">
              <a:spcBef>
                <a:spcPct val="0"/>
              </a:spcBef>
              <a:spcAft>
                <a:spcPct val="0"/>
              </a:spcAft>
              <a:buNone/>
            </a:pPr>
            <a:fld id="{EA071C81-BE34-4A1D-82F0-99073968B939}" type="slidenum">
              <a:rPr sz="1200">
                <a:solidFill>
                  <a:srgbClr val="1D1D1A"/>
                </a:solidFill>
                <a:latin typeface="FrutigerNext LT Regular"/>
                <a:ea typeface="FrutigerNext LT Regular"/>
                <a:cs typeface="FrutigerNext LT Regular"/>
              </a:rPr>
              <a:t>‹#›</a:t>
            </a:fld>
            <a:endParaRPr sz="1200">
              <a:solidFill>
                <a:srgbClr val="1D1D1A"/>
              </a:solidFill>
              <a:latin typeface="FrutigerNext LT Regular"/>
              <a:ea typeface="FrutigerNext LT Regular"/>
              <a:cs typeface="FrutigerNext LT Regular"/>
            </a:endParaRPr>
          </a:p>
        </p:txBody>
      </p:sp>
    </p:spTree>
  </p:cSld>
</p:sldLayout>
</file>

<file path=ppt/slideLayouts/slideLayout20.xml><?xml version="1.0" encoding="utf-8"?>
<p:sldLayout xmlns:p="http://schemas.openxmlformats.org/presentationml/2006/main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26CB14-8705-4874-A958-43E03F745A6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914520" y="2129932"/>
            <a:ext cx="10367725" cy="14712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00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微软雅黑 </a:t>
            </a:r>
            <a:r>
              <a:t>40pt </a:t>
            </a:r>
            <a:r>
              <a:t>，居中，最多两行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2.xml><?xml version="1.0" encoding="utf-8"?>
<p:sldLayout xmlns:p="http://schemas.openxmlformats.org/presentationml/2006/main" showMasterSp="0" preserve="1">
  <p:cSld name="分隔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E5DE1407-17B3-4F9D-BD87-CF8C04F49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9cd220e2740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6763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3.xml><?xml version="1.0" encoding="utf-8"?>
<p:sldLayout xmlns:p="http://schemas.openxmlformats.org/presentationml/2006/main" showMasterSp="0" preserve="1">
  <p:cSld name="深色内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BFBD02A5-E2BB-47AD-9B3F-BA73A3B4E7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88818d80b48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6763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4.xml><?xml version="1.0" encoding="utf-8"?>
<p:sldLayout xmlns:p="http://schemas.openxmlformats.org/presentationml/2006/main" showMasterSp="0" preserve="1">
  <p:cSld name="封底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5A373F66-FF30-45A8-A008-9B8F13234F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9c26331144a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6763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5.xml><?xml version="1.0" encoding="utf-8"?>
<p:sldLayout xmlns:p="http://schemas.openxmlformats.org/presentationml/2006/main">
  <p:cSld name="3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0AA2C82-3788-4039-84A4-6B904471319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CDF295-3A99-43A5-89B0-C5CA07D0CB71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26022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Click to edit Master text style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>
  <p:cSld name="9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0AB671-8C70-453C-8CDF-477408194A1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7"/>
            <a:ext cx="10740640" cy="543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>
  <p:cSld name="2_中文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4AC4A38-DD5F-4499-92D1-7D908BD2520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5"/>
            <a:ext cx="10740640" cy="543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800" indent="0" algn="ctr">
              <a:buNone/>
              <a:defRPr sz="2080"/>
            </a:lvl9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>
  <p:cSld name="1_中文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9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DAFCBC-BC23-4499-BBC1-4EF03D53D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839" y="275172"/>
            <a:ext cx="10977087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>
  <p:cSld name="8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C77415-BC07-421F-BCDD-4CED2774064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090BD4-5527-4848-8445-E1DBB1758E3F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08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>
  <p:cSld name="1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BD92819-D46E-4FD8-9122-CBE2C372BC6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81306" y="336815"/>
            <a:ext cx="10458982" cy="759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393" tIns="45697" rIns="91393" bIns="45697" anchor="ctr"/>
          <a:lstStyle xmlns:a="http://schemas.openxmlformats.org/drawingml/2006/main">
            <a:lvl1pPr marL="0" indent="0">
              <a:buFont typeface="Arial"/>
              <a:buNone/>
              <a:defRPr sz="3995" b="0">
                <a:solidFill>
                  <a:schemeClr val="tx2"/>
                </a:solidFill>
                <a:latin typeface="FrutigerNext LT Light"/>
                <a:ea typeface="FrutigerNext LT Light"/>
                <a:cs typeface="FrutigerNext LT Light"/>
              </a:defRPr>
            </a:lvl1pPr>
          </a:lstStyle>
          <a:p xmlns:a="http://schemas.openxmlformats.org/drawingml/2006/main">
            <a:pPr lvl="0">
              <a:buNone/>
            </a:pPr>
            <a:r>
              <a:t>HEADLINE TEXT TO BE PLACED</a:t>
            </a:r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>
  <p:cSld name="12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2543D0-F74A-4902-A6CD-0E71FD9A7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7927" y="449287"/>
            <a:ext cx="10180910" cy="8715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4" tIns="45717" rIns="91434" bIns="45717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CC2CD9-F578-4F96-98E7-C3140FCB3AB6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019183" y="1628384"/>
            <a:ext cx="10158399" cy="45847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4" tIns="45717" rIns="91434" bIns="45717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665"/>
            </a:lvl2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AEC547F8-D311-47C0-A3C5-C2A5A4F47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d430d9d6240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8" name="L 形 17">
            <a:extLst xmlns:a="http://schemas.openxmlformats.org/drawingml/2006/main">
              <a:ext uri="{FF2B5EF4-FFF2-40B4-BE49-F238E27FC236}">
                <a16:creationId xmlns:a16="http://schemas.microsoft.com/office/drawing/2014/main" id="{6C47224E-F2A1-4DFA-95FD-9DDD7428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4025" y="256863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4DCC6150-92F1-49C1-9199-B40488A014A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447D889F-CF15-4B65-A96F-E0BD5665106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07D7998D-36AE-4403-A9E0-01E0B6D4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2310" y="258793"/>
            <a:ext cx="10996146" cy="49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 b="1">
                <a:solidFill>
                  <a:srgbClr val="C00000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39CCDD6-432C-4E1A-9936-3364B774C4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1982311" y="750499"/>
            <a:ext cx="10996146" cy="4797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ext Box 5">
            <a:extLst xmlns:a="http://schemas.openxmlformats.org/drawingml/2006/main">
              <a:ext uri="{FF2B5EF4-FFF2-40B4-BE49-F238E27FC236}">
                <a16:creationId xmlns:a16="http://schemas.microsoft.com/office/drawing/2014/main" id="{B4908CEB-F300-45B1-BE86-A1F820F7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12" y="6471876"/>
            <a:ext cx="2506524" cy="274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none" lIns="104210" tIns="52106" rIns="104210" bIns="52106">
            <a:spAutoFit/>
          </a:bodyPr>
          <a:lstStyle xmlns:a="http://schemas.openxmlformats.org/drawingml/2006/main"/>
          <a:p xmlns:a="http://schemas.openxmlformats.org/drawingml/2006/main">
            <a:pPr defTabSz="1043305">
              <a:spcBef>
                <a:spcPct val="0"/>
              </a:spcBef>
              <a:spcAft>
                <a:spcPct val="0"/>
              </a:spcAft>
              <a:buNone/>
            </a:pPr>
            <a:r>
              <a:rPr sz="1100">
                <a:solidFill>
                  <a:srgbClr val="000000"/>
                </a:solidFill>
                <a:latin typeface="FrutigerNext LT Bold"/>
                <a:ea typeface="FrutigerNext LT Bold"/>
                <a:cs typeface="FrutigerNext LT Bold"/>
              </a:rPr>
              <a:t>HUAWEI TECHNOLOGIES Co., Ltd.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1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4555FE6-6AA1-42EF-93B8-AB5EA938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997" y="6471884"/>
            <a:ext cx="1632730" cy="274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none" lIns="104202" tIns="52098" rIns="104202" bIns="52098">
            <a:spAutoFit/>
          </a:bodyPr>
          <a:lstStyle xmlns:a="http://schemas.openxmlformats.org/drawingml/2006/main"/>
          <a:p xmlns:a="http://schemas.openxmlformats.org/drawingml/2006/main">
            <a:pPr defTabSz="1043305">
              <a:spcBef>
                <a:spcPct val="0"/>
              </a:spcBef>
              <a:spcAft>
                <a:spcPct val="0"/>
              </a:spcAft>
              <a:buNone/>
            </a:pPr>
            <a:r>
              <a:rPr sz="1100">
                <a:solidFill>
                  <a:srgbClr val="000000"/>
                </a:solidFill>
                <a:latin typeface="FrutigerNext LT Bold"/>
                <a:ea typeface="FrutigerNext LT Bold"/>
                <a:cs typeface="FrutigerNext LT Bold"/>
              </a:rPr>
              <a:t>HUAWEI Confidential </a:t>
            </a:r>
          </a:p>
        </p:txBody>
      </p:sp>
      <p:sp>
        <p:nvSpPr>
          <p:cNvPr id="12" name="Rectangle 86">
            <a:extLst xmlns:a="http://schemas.openxmlformats.org/drawingml/2006/main">
              <a:ext uri="{FF2B5EF4-FFF2-40B4-BE49-F238E27FC236}">
                <a16:creationId xmlns:a16="http://schemas.microsoft.com/office/drawing/2014/main" id="{87C19CD8-BE3A-4A14-834A-25558D04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3896" y="6484776"/>
            <a:ext cx="1409884" cy="248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defTabSz="782320">
              <a:spcBef>
                <a:spcPct val="0"/>
              </a:spcBef>
              <a:spcAft>
                <a:spcPct val="0"/>
              </a:spcAft>
              <a:buNone/>
            </a:pPr>
            <a:r>
              <a:rPr sz="1200">
                <a:solidFill>
                  <a:srgbClr val="000000">
                    <a:lumMod val="95000"/>
                    <a:lumOff val="5000"/>
                  </a:srgbClr>
                </a:solidFill>
                <a:latin typeface="Calibri"/>
                <a:ea typeface="Calibri"/>
                <a:cs typeface="Calibri"/>
              </a:rPr>
              <a:t>Page </a:t>
            </a:r>
            <a:fld id="{E68EC476-442B-4BB7-9603-F1440C241F3D}" type="slidenum">
              <a:rPr sz="1200">
                <a:solidFill>
                  <a:srgbClr val="000000">
                    <a:lumMod val="95000"/>
                    <a:lumOff val="5000"/>
                  </a:srgb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>
              <a:solidFill>
                <a:srgbClr val="000000">
                  <a:lumMod val="95000"/>
                  <a:lumOff val="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2E0BDB6F-A712-4E6F-BFF6-E9460060C6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94cd6de9248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51449" y="6474438"/>
            <a:ext cx="1231806" cy="2695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5.xml><?xml version="1.0" encoding="utf-8"?>
<p:sldLayout xmlns:p="http://schemas.openxmlformats.org/presentationml/2006/main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37093DD-74C9-4CC6-86CD-2A9F0143F44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2395" b="1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592455" indent="0" algn="ctr">
              <a:buNone/>
              <a:defRPr sz="2590"/>
            </a:lvl2pPr>
            <a:lvl3pPr marL="1184910" indent="0" algn="ctr">
              <a:buNone/>
              <a:defRPr sz="2330"/>
            </a:lvl3pPr>
            <a:lvl4pPr marL="1777365" indent="0" algn="ctr">
              <a:buNone/>
              <a:defRPr sz="2075"/>
            </a:lvl4pPr>
            <a:lvl5pPr marL="2369820" indent="0" algn="ctr">
              <a:buNone/>
              <a:defRPr sz="2075"/>
            </a:lvl5pPr>
            <a:lvl6pPr marL="2962275" indent="0" algn="ctr">
              <a:buNone/>
              <a:defRPr sz="2075"/>
            </a:lvl6pPr>
            <a:lvl7pPr marL="3554730" indent="0" algn="ctr">
              <a:buNone/>
              <a:defRPr sz="2075"/>
            </a:lvl7pPr>
            <a:lvl8pPr marL="4147185" indent="0" algn="ctr">
              <a:buNone/>
              <a:defRPr sz="2075"/>
            </a:lvl8pPr>
            <a:lvl9pPr marL="4739640" indent="0" algn="ctr">
              <a:buNone/>
              <a:defRPr sz="2075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1919184-AD58-47C5-AD1A-822D792E960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26027" y="1512881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79070" marR="0" indent="-167640" algn="l" defTabSz="118491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1204595" algn="ctr"/>
              </a:tabLst>
              <a:defRPr sz="1795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328295" marR="0" indent="-167640" algn="l" defTabSz="118491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4595" algn="ctr"/>
              </a:tabLst>
              <a:defRPr sz="1595" baseline="0">
                <a:latin typeface="微软雅黑"/>
                <a:ea typeface="微软雅黑"/>
                <a:cs typeface="微软雅黑"/>
              </a:defRPr>
            </a:lvl2pPr>
            <a:lvl3pPr marL="1096010" marR="0" indent="-167640" algn="l" defTabSz="118491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4595" algn="ctr"/>
              </a:tabLst>
              <a:defRPr sz="1295" baseline="0">
                <a:latin typeface="微软雅黑"/>
                <a:ea typeface="微软雅黑"/>
                <a:cs typeface="微软雅黑"/>
              </a:defRPr>
            </a:lvl3pPr>
            <a:lvl4pPr marL="524510" indent="-170815">
              <a:buFont typeface="Arial"/>
              <a:buChar char="•"/>
              <a:tabLst>
                <a:tab pos="1205230" algn="ctr"/>
              </a:tabLst>
              <a:defRPr sz="1295" baseline="0"/>
            </a:lvl4pPr>
            <a:lvl5pPr marL="524510" indent="-170815">
              <a:buFont typeface="Arial"/>
              <a:buChar char="•"/>
              <a:tabLst>
                <a:tab pos="1205230" algn="ctr"/>
              </a:tabLst>
              <a:defRPr sz="1295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  <a:p xmlns:a="http://schemas.openxmlformats.org/drawingml/2006/main">
            <a:pPr marL="328295" marR="0" lvl="1" indent="-167640" algn="l" defTabSz="118491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4595" algn="ctr"/>
              </a:tabLst>
            </a:pPr>
            <a:r>
              <a:t>单击此处添加文本</a:t>
            </a:r>
            <a:endParaRPr/>
          </a:p>
          <a:p xmlns:a="http://schemas.openxmlformats.org/drawingml/2006/main">
            <a:pPr marL="1096010" marR="0" lvl="2" indent="-167640" algn="l" defTabSz="118491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4595" algn="ctr"/>
              </a:tabLst>
            </a:pPr>
            <a:r>
              <a:t>单击此处添加文本</a:t>
            </a:r>
            <a:endParaRPr/>
          </a:p>
          <a:p xmlns:a="http://schemas.openxmlformats.org/drawingml/2006/main">
            <a:pPr marL="1096010" marR="0" lvl="2" indent="-167640" algn="l" defTabSz="118491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4595" algn="ctr"/>
              </a:tabLst>
            </a:pPr>
            <a:endParaRPr/>
          </a:p>
        </p:txBody>
      </p:sp>
    </p:spTree>
  </p:cSld>
</p:sldLayout>
</file>

<file path=ppt/slideLayouts/slideLayout3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EB7851-E1EC-4506-81E2-11B188D46C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596" y="1122363"/>
            <a:ext cx="9147572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5985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02A0C54-7131-4B65-B04B-C7C9A714B7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596" y="3602038"/>
            <a:ext cx="9147572" cy="165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395"/>
            </a:lvl1pPr>
            <a:lvl2pPr marL="455930" indent="0" algn="ctr">
              <a:buNone/>
              <a:defRPr sz="1995"/>
            </a:lvl2pPr>
            <a:lvl3pPr marL="911860" indent="0" algn="ctr">
              <a:buNone/>
              <a:defRPr sz="1795"/>
            </a:lvl3pPr>
            <a:lvl4pPr marL="1367790" indent="0" algn="ctr">
              <a:buNone/>
              <a:defRPr sz="1595"/>
            </a:lvl4pPr>
            <a:lvl5pPr marL="1823720" indent="0" algn="ctr">
              <a:buNone/>
              <a:defRPr sz="1595"/>
            </a:lvl5pPr>
            <a:lvl6pPr marL="2279650" indent="0" algn="ctr">
              <a:buNone/>
              <a:defRPr sz="1595"/>
            </a:lvl6pPr>
            <a:lvl7pPr marL="2735580" indent="0" algn="ctr">
              <a:buNone/>
              <a:defRPr sz="1595"/>
            </a:lvl7pPr>
            <a:lvl8pPr marL="3191510" indent="0" algn="ctr">
              <a:buNone/>
              <a:defRPr sz="1595"/>
            </a:lvl8pPr>
            <a:lvl9pPr marL="3647440" indent="0" algn="ctr">
              <a:buNone/>
              <a:defRPr sz="1595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</p:spTree>
  </p:cSld>
</p:sldLayout>
</file>

<file path=ppt/slideLayouts/slideLayout37.xml><?xml version="1.0" encoding="utf-8"?>
<p:sldLayout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5D41022-976C-4C05-83CE-040D76AF97D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0540" indent="0" algn="ctr">
              <a:buNone/>
              <a:defRPr sz="2080"/>
            </a:lvl4pPr>
            <a:lvl5pPr marL="2374265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8530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</p:spTree>
  </p:cSld>
</p:sldLayout>
</file>

<file path=ppt/slideLayouts/slideLayout38.xml><?xml version="1.0" encoding="utf-8"?>
<p:sldLayout xmlns:p="http://schemas.openxmlformats.org/presentationml/2006/main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07F89E-8F9A-4569-A70B-BC721165991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E1F8A7-80FF-4A4F-81D3-DCFB2DF1D04F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26023" y="151287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79070" marR="0" indent="-168275" algn="l" defTabSz="118681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328930" marR="0" indent="-168275" algn="l" defTabSz="118681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/>
                <a:ea typeface="微软雅黑"/>
                <a:cs typeface="微软雅黑"/>
              </a:defRPr>
            </a:lvl2pPr>
            <a:lvl3pPr marL="1097915" marR="0" indent="-168275" algn="l" defTabSz="118681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295" baseline="0">
                <a:latin typeface="微软雅黑"/>
                <a:ea typeface="微软雅黑"/>
                <a:cs typeface="微软雅黑"/>
              </a:defRPr>
            </a:lvl3pPr>
            <a:lvl4pPr marL="525145" indent="-170815">
              <a:buFont typeface="Arial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/>
              <a:buChar char="•"/>
              <a:tabLst>
                <a:tab pos="1207135" algn="ctr"/>
              </a:tabLst>
              <a:defRPr sz="1295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  <a:p xmlns:a="http://schemas.openxmlformats.org/drawingml/2006/main">
            <a:pPr marL="328930" marR="0" lvl="1" indent="-168275" algn="l" defTabSz="118681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6500" algn="ctr"/>
              </a:tabLst>
            </a:pPr>
            <a:r>
              <a:t>单击此处添加文本</a:t>
            </a:r>
            <a:endParaRPr/>
          </a:p>
          <a:p xmlns:a="http://schemas.openxmlformats.org/drawingml/2006/main">
            <a:pPr marL="1097915" marR="0" lvl="2" indent="-168275" algn="l" defTabSz="118681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6500" algn="ctr"/>
              </a:tabLst>
            </a:pPr>
            <a:r>
              <a:t>单击此处添加文本</a:t>
            </a:r>
            <a:endParaRPr/>
          </a:p>
          <a:p xmlns:a="http://schemas.openxmlformats.org/drawingml/2006/main">
            <a:pPr marL="1097915" marR="0" lvl="2" indent="-168275" algn="l" defTabSz="118681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6500" algn="ctr"/>
              </a:tabLst>
            </a:pPr>
            <a:endParaRPr/>
          </a:p>
        </p:txBody>
      </p:sp>
    </p:spTree>
  </p:cSld>
</p:sldLayout>
</file>

<file path=ppt/slideLayouts/slideLayout39.xml><?xml version="1.0" encoding="utf-8"?>
<p:sldLayout xmlns:p="http://schemas.openxmlformats.org/presentationml/2006/main" type="obj">
  <p:cSld name="4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CF974BE-ED37-4562-BCF8-0C5C99FFA9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6414" y="296417"/>
            <a:ext cx="10442348" cy="8715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0B85731-81F7-4C9B-9980-90B1A1934EC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414" y="1196975"/>
            <a:ext cx="10442348" cy="492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7FD2411-7F6C-4BB7-84EF-0BE6DAC960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484801" y="6525344"/>
            <a:ext cx="1359463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84883" tIns="42441" rIns="84883" bIns="42441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defTabSz="914400">
              <a:spcBef>
                <a:spcPct val="0"/>
              </a:spcBef>
              <a:spcAft>
                <a:spcPct val="0"/>
              </a:spcAft>
              <a:buNone/>
            </a:pPr>
            <a:endParaRPr sz="1865" b="1">
              <a:solidFill>
                <a:srgbClr val="B2B2B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06D01CE-E8B4-48A2-BDEA-FABF6AC000A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</p:spTree>
  </p:cSld>
</p:sldLayout>
</file>

<file path=ppt/slideLayouts/slideLayout41.xml><?xml version="1.0" encoding="utf-8"?>
<p:sldLayout xmlns:p="http://schemas.openxmlformats.org/presentationml/2006/main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74E950D-E356-4889-91D9-A6EEDACCC3D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168D2CA-26BD-4033-9C4E-8B127FB9628F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26021" y="1512875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79705" marR="0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328930" marR="0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/>
                <a:ea typeface="微软雅黑"/>
                <a:cs typeface="微软雅黑"/>
              </a:defRPr>
            </a:lvl2pPr>
            <a:lvl3pPr marL="1098550" marR="0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/>
                <a:ea typeface="微软雅黑"/>
                <a:cs typeface="微软雅黑"/>
              </a:defRPr>
            </a:lvl3pPr>
            <a:lvl4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  <a:p xmlns:a="http://schemas.openxmlformats.org/drawingml/2006/main">
            <a:pPr marL="328930" marR="0" lvl="1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r>
              <a:t>单击此处添加文本</a:t>
            </a:r>
            <a:endParaRPr/>
          </a:p>
          <a:p xmlns:a="http://schemas.openxmlformats.org/drawingml/2006/main">
            <a:pPr marL="1098550" marR="0" lvl="2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r>
              <a:t>单击此处添加文本</a:t>
            </a:r>
            <a:endParaRPr/>
          </a:p>
          <a:p xmlns:a="http://schemas.openxmlformats.org/drawingml/2006/main">
            <a:pPr marL="1098550" marR="0" lvl="2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endParaRPr/>
          </a:p>
        </p:txBody>
      </p:sp>
    </p:spTree>
  </p:cSld>
</p:sldLayout>
</file>

<file path=ppt/slideLayouts/slideLayout42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1A5A377-AC94-4E07-A68E-87CB85FE74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8415" y="23627"/>
            <a:ext cx="11316431" cy="6685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FF3728-DC53-4E7B-BFD9-DA68DB17F2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75341" y="6525359"/>
            <a:ext cx="141082" cy="11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74F06BD-4024-4D54-AE9D-8C5333DEF8AE}" type="slidenum">
              <a:rPr>
                <a:solidFill>
                  <a:prstClr val="black"/>
                </a:solidFill>
              </a:rPr>
              <a:t>‹#›</a:t>
            </a:fld>
            <a:endParaRPr>
              <a:solidFill>
                <a:prstClr val="black"/>
              </a:solidFill>
            </a:endParaRPr>
          </a:p>
        </p:txBody>
      </p:sp>
    </p:spTree>
  </p:cSld>
</p:sldLayout>
</file>

<file path=ppt/slideLayouts/slideLayout43.xml><?xml version="1.0" encoding="utf-8"?>
<p:sldLayout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20A426C-41A5-43F8-BF11-713DB3E0B8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7D90046-F1A3-45E6-91E0-B0C34885859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08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44.xml><?xml version="1.0" encoding="utf-8"?>
<p:sldLayout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5F0860-857B-492B-B175-D1AC6F0514C1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26021" y="1512875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79705" marR="0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46405" marR="0" indent="-285750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+mn-lt"/>
                <a:ea typeface="+mn-lt"/>
                <a:cs typeface="+mn-lt"/>
              </a:defRPr>
            </a:lvl2pPr>
            <a:lvl3pPr marL="1098550" marR="0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+mn-lt"/>
                <a:ea typeface="+mn-lt"/>
                <a:cs typeface="+mn-lt"/>
              </a:defRPr>
            </a:lvl3pPr>
            <a:lvl4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Click to edit Master text style</a:t>
            </a:r>
          </a:p>
          <a:p xmlns:a="http://schemas.openxmlformats.org/drawingml/2006/main">
            <a:pPr marL="328930" marR="0" lvl="1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r>
              <a:t>Click to edit Master text style</a:t>
            </a:r>
          </a:p>
          <a:p xmlns:a="http://schemas.openxmlformats.org/drawingml/2006/main">
            <a:pPr marL="1098550" marR="0" lvl="2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r>
              <a:t>Click to edit Master text style</a:t>
            </a:r>
          </a:p>
          <a:p xmlns:a="http://schemas.openxmlformats.org/drawingml/2006/main">
            <a:pPr marL="1098550" marR="0" lvl="2" indent="-168275" algn="l" defTabSz="118808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/>
              <a:buChar char="•"/>
              <a:tabLst>
                <a:tab pos="1207770" algn="ctr"/>
              </a:tabLst>
            </a:pP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EADF713-52ED-4279-9A34-41853F40574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5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E24031-4383-4E1B-A7AB-D44ADBD203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596" y="1122363"/>
            <a:ext cx="9147572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A7EF7D3-041F-47CD-AF07-1BA74AA6F8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596" y="3602038"/>
            <a:ext cx="9147572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9770B3-C292-4678-A042-B2B69AF066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857381-FF4A-4E33-8597-9E7D48B791F8}" type="datetimeFigureOut">
              <a:rPr>
                <a:solidFill>
                  <a:prstClr val="black">
                    <a:tint val="75000"/>
                  </a:prstClr>
                </a:solidFill>
              </a:rPr>
              <a:t>2026/10/13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B9527CB-AF7F-4352-BA19-DE86E09B03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379AABF-4249-4F9F-B0A4-D25369A4E2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6E9B32-B6B7-458E-99FC-201F3722513B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Layouts/slideLayout46.xml><?xml version="1.0" encoding="utf-8"?>
<p:sldLayout xmlns:p="http://schemas.openxmlformats.org/presentationml/2006/main" userDrawn="1">
  <p:cSld name="目录页"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276121E1-9E60-41FA-8874-521C06B9236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33620" y="1843088"/>
            <a:ext cx="10122060" cy="3013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90000" bIns="90000"/>
          <a:lstStyle xmlns:a="http://schemas.openxmlformats.org/drawingml/2006/main"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3pPr>
            <a:lvl4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4pPr>
            <a:lvl5pPr marL="13970" indent="0">
              <a:buFont typeface="+mj-lt"/>
              <a:buNone/>
              <a:defRPr sz="2200"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  <p:sp>
        <p:nvSpPr>
          <p:cNvPr id="3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95A412B7-88CB-4E81-9FA3-7C84F505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9918" y="1349255"/>
            <a:ext cx="88596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7000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27AB1D4-5E3E-4486-89F9-B0827079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16" y="630373"/>
            <a:ext cx="1147485" cy="653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</p:spTree>
  </p:cSld>
</p:sldLayout>
</file>

<file path=ppt/slideLayouts/slideLayout47.xml><?xml version="1.0" encoding="utf-8"?>
<p:sldLayout xmlns:p="http://schemas.openxmlformats.org/presentationml/2006/main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8F50FF9-3A73-4C30-809D-E4605518F5A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914520" y="2129932"/>
            <a:ext cx="10367725" cy="14712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00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微软雅黑 </a:t>
            </a:r>
            <a:r>
              <a:t>40pt </a:t>
            </a:r>
            <a:r>
              <a:t>，居中，最多两行</a:t>
            </a:r>
          </a:p>
        </p:txBody>
      </p:sp>
    </p:spTree>
  </p:cSld>
</p:sldLayout>
</file>

<file path=ppt/slideLayouts/slideLayout48.xml><?xml version="1.0" encoding="utf-8"?>
<p:sldLayout xmlns:p="http://schemas.openxmlformats.org/presentationml/2006/main" preserve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9.xml><?xml version="1.0" encoding="utf-8"?>
<p:sldLayout xmlns:p="http://schemas.openxmlformats.org/presentationml/2006/main" showMasterSp="0" preserve="1">
  <p:cSld name="分隔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C53E4F3E-1966-42FA-B6F3-34426ECF8E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35cabee6a4e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6763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0.xml><?xml version="1.0" encoding="utf-8"?>
<p:sldLayout xmlns:p="http://schemas.openxmlformats.org/presentationml/2006/main" showMasterSp="0" preserve="1">
  <p:cSld name="深色内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BB3EB7BE-8A8C-412B-B9D7-4F483C87AD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e955d775c48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6763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1.xml><?xml version="1.0" encoding="utf-8"?>
<p:sldLayout xmlns:p="http://schemas.openxmlformats.org/presentationml/2006/main" showMasterSp="0" preserve="1">
  <p:cSld name="封底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628EA050-40A3-4FED-87AE-1E867F964F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9e3da482543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6763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2.xml><?xml version="1.0" encoding="utf-8"?>
<p:sldLayout xmlns:p="http://schemas.openxmlformats.org/presentationml/2006/main">
  <p:cSld name="3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DD96313-2123-4C2B-ACAB-90A95FDEE95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5E626C-DB2D-4E68-8093-5A140F22E140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26022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Click to edit Master text style</a:t>
            </a:r>
          </a:p>
        </p:txBody>
      </p:sp>
    </p:spTree>
  </p:cSld>
</p:sldLayout>
</file>

<file path=ppt/slideLayouts/slideLayout53.xml><?xml version="1.0" encoding="utf-8"?>
<p:sldLayout xmlns:p="http://schemas.openxmlformats.org/presentationml/2006/main">
  <p:cSld name="9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CC066ED-C31E-48B0-9652-08E3601D7A87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7"/>
            <a:ext cx="10740640" cy="543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4.xml><?xml version="1.0" encoding="utf-8"?>
<p:sldLayout xmlns:p="http://schemas.openxmlformats.org/presentationml/2006/main">
  <p:cSld name="2_中文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99CE27E-DEF9-48E1-BC74-1538C040F0C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5"/>
            <a:ext cx="10740640" cy="543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800" indent="0" algn="ctr">
              <a:buNone/>
              <a:defRPr sz="2080"/>
            </a:lvl9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5.xml><?xml version="1.0" encoding="utf-8"?>
<p:sldLayout xmlns:p="http://schemas.openxmlformats.org/presentationml/2006/main">
  <p:cSld name="1_中文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6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23DF9F0-6037-442D-8C4E-2FF5D0851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839" y="275172"/>
            <a:ext cx="10977087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57.xml><?xml version="1.0" encoding="utf-8"?>
<p:sldLayout xmlns:p="http://schemas.openxmlformats.org/presentationml/2006/main">
  <p:cSld name="8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171939-722C-4F13-A561-A07CEB01865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9A8BC8-F43C-4BE8-BE02-F66A9FAB446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08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58.xml><?xml version="1.0" encoding="utf-8"?>
<p:sldLayout xmlns:p="http://schemas.openxmlformats.org/presentationml/2006/main">
  <p:cSld name="1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8BAAD39-E281-4FBD-A30F-492D5398E9A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81306" y="336815"/>
            <a:ext cx="10458982" cy="759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393" tIns="45697" rIns="91393" bIns="45697" anchor="ctr"/>
          <a:lstStyle xmlns:a="http://schemas.openxmlformats.org/drawingml/2006/main">
            <a:lvl1pPr marL="0" indent="0">
              <a:buFont typeface="Arial"/>
              <a:buNone/>
              <a:defRPr sz="3995" b="0">
                <a:solidFill>
                  <a:schemeClr val="tx2"/>
                </a:solidFill>
                <a:latin typeface="FrutigerNext LT Light"/>
                <a:ea typeface="FrutigerNext LT Light"/>
                <a:cs typeface="FrutigerNext LT Light"/>
              </a:defRPr>
            </a:lvl1pPr>
          </a:lstStyle>
          <a:p xmlns:a="http://schemas.openxmlformats.org/drawingml/2006/main">
            <a:pPr lvl="0">
              <a:buNone/>
            </a:pPr>
            <a:r>
              <a:t>HEADLINE TEXT TO BE PLACED</a:t>
            </a:r>
            <a:endParaRPr/>
          </a:p>
        </p:txBody>
      </p:sp>
    </p:spTree>
  </p:cSld>
</p:sldLayout>
</file>

<file path=ppt/slideLayouts/slideLayout59.xml><?xml version="1.0" encoding="utf-8"?>
<p:sldLayout xmlns:p="http://schemas.openxmlformats.org/presentationml/2006/main">
  <p:cSld name="12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1BE47A-E030-4274-842F-C34C25331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7927" y="449287"/>
            <a:ext cx="10180910" cy="8715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4" tIns="45717" rIns="91434" bIns="45717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2EE89DD-67E8-4BC9-B15D-9E71EBD7D8E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019183" y="1628384"/>
            <a:ext cx="10158399" cy="45847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4" tIns="45717" rIns="91434" bIns="45717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665"/>
            </a:lvl2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60.xml><?xml version="1.0" encoding="utf-8"?>
<p:sldLayout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E19D4424-00F0-4E6A-9D88-3595ED19E7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fcf9baa6d44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8" name="L 形 17">
            <a:extLst xmlns:a="http://schemas.openxmlformats.org/drawingml/2006/main">
              <a:ext uri="{FF2B5EF4-FFF2-40B4-BE49-F238E27FC236}">
                <a16:creationId xmlns:a16="http://schemas.microsoft.com/office/drawing/2014/main" id="{5D2F7821-BE4A-4005-A42E-7E12836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4025" y="256863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132EF133-F54F-45B6-8309-88FC6B838D2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3FE769F-F7B0-4A2D-B0A0-61F8FD688DE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61.xml><?xml version="1.0" encoding="utf-8"?>
<p:sldLayout xmlns:p="http://schemas.openxmlformats.org/presentationml/2006/main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F0251960-12E0-4484-9A8A-B991FF53F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2310" y="258793"/>
            <a:ext cx="10996146" cy="49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 b="1">
                <a:solidFill>
                  <a:srgbClr val="C00000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D3D501-9BDC-4923-98A9-082F803EEB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1982311" y="750499"/>
            <a:ext cx="10996146" cy="4797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ext Box 5">
            <a:extLst xmlns:a="http://schemas.openxmlformats.org/drawingml/2006/main">
              <a:ext uri="{FF2B5EF4-FFF2-40B4-BE49-F238E27FC236}">
                <a16:creationId xmlns:a16="http://schemas.microsoft.com/office/drawing/2014/main" id="{2673B053-9CEC-47B4-99C4-F755068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12" y="6471876"/>
            <a:ext cx="2506524" cy="274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none" lIns="104210" tIns="52106" rIns="104210" bIns="52106">
            <a:spAutoFit/>
          </a:bodyPr>
          <a:lstStyle xmlns:a="http://schemas.openxmlformats.org/drawingml/2006/main"/>
          <a:p xmlns:a="http://schemas.openxmlformats.org/drawingml/2006/main">
            <a:pPr defTabSz="1043305">
              <a:spcBef>
                <a:spcPct val="0"/>
              </a:spcBef>
              <a:spcAft>
                <a:spcPct val="0"/>
              </a:spcAft>
              <a:buNone/>
            </a:pPr>
            <a:r>
              <a:rPr sz="1100">
                <a:solidFill>
                  <a:srgbClr val="000000"/>
                </a:solidFill>
                <a:latin typeface="FrutigerNext LT Bold"/>
                <a:ea typeface="FrutigerNext LT Bold"/>
                <a:cs typeface="FrutigerNext LT Bold"/>
              </a:rPr>
              <a:t>HUAWEI TECHNOLOGIES Co., Ltd.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1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CB49B4-023F-415E-B72E-9585A7DA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997" y="6471884"/>
            <a:ext cx="1632730" cy="274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none" lIns="104202" tIns="52098" rIns="104202" bIns="52098">
            <a:spAutoFit/>
          </a:bodyPr>
          <a:lstStyle xmlns:a="http://schemas.openxmlformats.org/drawingml/2006/main"/>
          <a:p xmlns:a="http://schemas.openxmlformats.org/drawingml/2006/main">
            <a:pPr defTabSz="1043305">
              <a:spcBef>
                <a:spcPct val="0"/>
              </a:spcBef>
              <a:spcAft>
                <a:spcPct val="0"/>
              </a:spcAft>
              <a:buNone/>
            </a:pPr>
            <a:r>
              <a:rPr sz="1100">
                <a:solidFill>
                  <a:srgbClr val="000000"/>
                </a:solidFill>
                <a:latin typeface="FrutigerNext LT Bold"/>
                <a:ea typeface="FrutigerNext LT Bold"/>
                <a:cs typeface="FrutigerNext LT Bold"/>
              </a:rPr>
              <a:t>HUAWEI Confidential </a:t>
            </a:r>
          </a:p>
        </p:txBody>
      </p:sp>
      <p:sp>
        <p:nvSpPr>
          <p:cNvPr id="12" name="Rectangle 86">
            <a:extLst xmlns:a="http://schemas.openxmlformats.org/drawingml/2006/main">
              <a:ext uri="{FF2B5EF4-FFF2-40B4-BE49-F238E27FC236}">
                <a16:creationId xmlns:a16="http://schemas.microsoft.com/office/drawing/2014/main" id="{D2B32AE1-5108-4309-B240-3E4D25D5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3896" y="6484776"/>
            <a:ext cx="1409884" cy="248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defTabSz="782320">
              <a:spcBef>
                <a:spcPct val="0"/>
              </a:spcBef>
              <a:spcAft>
                <a:spcPct val="0"/>
              </a:spcAft>
              <a:buNone/>
            </a:pPr>
            <a:r>
              <a:rPr sz="1200">
                <a:solidFill>
                  <a:srgbClr val="000000">
                    <a:lumMod val="95000"/>
                    <a:lumOff val="5000"/>
                  </a:srgbClr>
                </a:solidFill>
                <a:latin typeface="Calibri"/>
                <a:ea typeface="Calibri"/>
                <a:cs typeface="Calibri"/>
              </a:rPr>
              <a:t>Page </a:t>
            </a:r>
            <a:fld id="{E68EC476-442B-4BB7-9603-F1440C241F3D}" type="slidenum">
              <a:rPr sz="1200">
                <a:solidFill>
                  <a:srgbClr val="000000">
                    <a:lumMod val="95000"/>
                    <a:lumOff val="5000"/>
                  </a:srgb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>
              <a:solidFill>
                <a:srgbClr val="000000">
                  <a:lumMod val="95000"/>
                  <a:lumOff val="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91D32729-D98A-479D-94DF-60409036AA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457da456b42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51449" y="6474438"/>
            <a:ext cx="1231806" cy="2695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2.xml><?xml version="1.0" encoding="utf-8"?>
<p:sldLayout xmlns:p="http://schemas.openxmlformats.org/presentationml/2006/main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71F4A1-A0D6-4A1A-B244-3025A1755444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914520" y="2129932"/>
            <a:ext cx="10367725" cy="14712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00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微软雅黑 </a:t>
            </a:r>
            <a:r>
              <a:t>40pt </a:t>
            </a:r>
            <a:r>
              <a:t>，居中，最多两行</a:t>
            </a:r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4.xml><?xml version="1.0" encoding="utf-8"?>
<p:sldLayout xmlns:p="http://schemas.openxmlformats.org/presentationml/2006/main" showMasterSp="0" preserve="1">
  <p:cSld name="分隔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13FFC6A2-ACFC-46AE-84EA-3FD6CFD91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82e5930734b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6763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5.xml><?xml version="1.0" encoding="utf-8"?>
<p:sldLayout xmlns:p="http://schemas.openxmlformats.org/presentationml/2006/main" showMasterSp="0" preserve="1">
  <p:cSld name="深色内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C18240AA-A511-4F33-BDA8-A0886EBA1C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f4427f14045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6763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6.xml><?xml version="1.0" encoding="utf-8"?>
<p:sldLayout xmlns:p="http://schemas.openxmlformats.org/presentationml/2006/main" showMasterSp="0" preserve="1">
  <p:cSld name="封底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53648C54-5BE7-4D61-8D1D-E3C1058618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4ffe0521e4b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6763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7.xml><?xml version="1.0" encoding="utf-8"?>
<p:sldLayout xmlns:p="http://schemas.openxmlformats.org/presentationml/2006/main">
  <p:cSld name="3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A6202F7-8C43-4BCE-8176-8D2CCCFFBB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9D646D-F6AE-4914-9451-96D305DE34C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26022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Click to edit Master text style</a:t>
            </a:r>
          </a:p>
        </p:txBody>
      </p:sp>
    </p:spTree>
  </p:cSld>
</p:sldLayout>
</file>

<file path=ppt/slideLayouts/slideLayout68.xml><?xml version="1.0" encoding="utf-8"?>
<p:sldLayout xmlns:p="http://schemas.openxmlformats.org/presentationml/2006/main">
  <p:cSld name="9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D5D94FE-E7FA-43AE-9DC4-084E735354D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7"/>
            <a:ext cx="10740640" cy="543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69.xml><?xml version="1.0" encoding="utf-8"?>
<p:sldLayout xmlns:p="http://schemas.openxmlformats.org/presentationml/2006/main">
  <p:cSld name="2_中文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E596A6D-D0EF-495D-A2E2-237363188BC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5"/>
            <a:ext cx="10740640" cy="5435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800" indent="0" algn="ctr">
              <a:buNone/>
              <a:defRPr sz="2080"/>
            </a:lvl9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0.xml><?xml version="1.0" encoding="utf-8"?>
<p:sldLayout xmlns:p="http://schemas.openxmlformats.org/presentationml/2006/main">
  <p:cSld name="1_中文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1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959DCAE-695A-48DC-97FF-2B1B729443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839" y="275172"/>
            <a:ext cx="10977087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72.xml><?xml version="1.0" encoding="utf-8"?>
<p:sldLayout xmlns:p="http://schemas.openxmlformats.org/presentationml/2006/main">
  <p:cSld name="8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C2005C4-BD70-43BC-A083-D803A7483B6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2B15ED-4052-4E32-979B-24AA0C45B0F5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08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/>
              <a:buChar char="•"/>
              <a:tabLst>
                <a:tab pos="1208405" algn="ctr"/>
              </a:tabLst>
              <a:defRPr sz="1300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>
  <p:cSld name="1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2E77C07-E00B-4B98-8B3A-1D0E397DA8D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81306" y="336815"/>
            <a:ext cx="10458982" cy="759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393" tIns="45697" rIns="91393" bIns="45697" anchor="ctr"/>
          <a:lstStyle xmlns:a="http://schemas.openxmlformats.org/drawingml/2006/main">
            <a:lvl1pPr marL="0" indent="0">
              <a:buFont typeface="Arial"/>
              <a:buNone/>
              <a:defRPr sz="3995" b="0">
                <a:solidFill>
                  <a:schemeClr val="tx2"/>
                </a:solidFill>
                <a:latin typeface="FrutigerNext LT Light"/>
                <a:ea typeface="FrutigerNext LT Light"/>
                <a:cs typeface="FrutigerNext LT Light"/>
              </a:defRPr>
            </a:lvl1pPr>
          </a:lstStyle>
          <a:p xmlns:a="http://schemas.openxmlformats.org/drawingml/2006/main">
            <a:pPr lvl="0">
              <a:buNone/>
            </a:pPr>
            <a:r>
              <a:t>HEADLINE TEXT TO BE PLACED</a:t>
            </a:r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>
  <p:cSld name="12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072367-7F6D-4AC5-907B-067B83404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7927" y="449287"/>
            <a:ext cx="10180910" cy="8715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4" tIns="45717" rIns="91434" bIns="45717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EEFB66-3DDC-4A89-9E39-7A8298A9818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019183" y="1628384"/>
            <a:ext cx="10158399" cy="45847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4" tIns="45717" rIns="91434" bIns="45717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665"/>
            </a:lvl2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E17CCDA4-B3D4-485B-81A7-AEC5C84675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29ae69e5040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8" name="L 形 17">
            <a:extLst xmlns:a="http://schemas.openxmlformats.org/drawingml/2006/main">
              <a:ext uri="{FF2B5EF4-FFF2-40B4-BE49-F238E27FC236}">
                <a16:creationId xmlns:a16="http://schemas.microsoft.com/office/drawing/2014/main" id="{A5773448-03A7-424C-8EEA-8E680E02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4025" y="256863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E251BE4D-309E-42F1-A880-5807506165F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C55AC24-0D51-4880-A3B7-6FD5293E0D1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61895B52-43BD-4D35-94C8-41495FC35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2310" y="258793"/>
            <a:ext cx="10996146" cy="49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 b="1">
                <a:solidFill>
                  <a:srgbClr val="C00000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D2C30FD-CBF1-4EA3-9199-3F47BA3545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1982311" y="750499"/>
            <a:ext cx="10996146" cy="4797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ext Box 5">
            <a:extLst xmlns:a="http://schemas.openxmlformats.org/drawingml/2006/main">
              <a:ext uri="{FF2B5EF4-FFF2-40B4-BE49-F238E27FC236}">
                <a16:creationId xmlns:a16="http://schemas.microsoft.com/office/drawing/2014/main" id="{3C29CDBF-DDA1-404C-BC6B-CFF606D7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12" y="6471876"/>
            <a:ext cx="2506524" cy="274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none" lIns="104210" tIns="52106" rIns="104210" bIns="52106">
            <a:spAutoFit/>
          </a:bodyPr>
          <a:lstStyle xmlns:a="http://schemas.openxmlformats.org/drawingml/2006/main"/>
          <a:p xmlns:a="http://schemas.openxmlformats.org/drawingml/2006/main">
            <a:pPr defTabSz="1043305">
              <a:spcBef>
                <a:spcPct val="0"/>
              </a:spcBef>
              <a:spcAft>
                <a:spcPct val="0"/>
              </a:spcAft>
              <a:buNone/>
            </a:pPr>
            <a:r>
              <a:rPr sz="1100">
                <a:solidFill>
                  <a:srgbClr val="000000"/>
                </a:solidFill>
                <a:latin typeface="FrutigerNext LT Bold"/>
                <a:ea typeface="FrutigerNext LT Bold"/>
                <a:cs typeface="FrutigerNext LT Bold"/>
              </a:rPr>
              <a:t>HUAWEI TECHNOLOGIES Co., Ltd.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1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CFA1B22-B5C8-4914-BCCC-037EFA3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997" y="6471884"/>
            <a:ext cx="1632730" cy="274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none" lIns="104202" tIns="52098" rIns="104202" bIns="52098">
            <a:spAutoFit/>
          </a:bodyPr>
          <a:lstStyle xmlns:a="http://schemas.openxmlformats.org/drawingml/2006/main"/>
          <a:p xmlns:a="http://schemas.openxmlformats.org/drawingml/2006/main">
            <a:pPr defTabSz="1043305">
              <a:spcBef>
                <a:spcPct val="0"/>
              </a:spcBef>
              <a:spcAft>
                <a:spcPct val="0"/>
              </a:spcAft>
              <a:buNone/>
            </a:pPr>
            <a:r>
              <a:rPr sz="1100">
                <a:solidFill>
                  <a:srgbClr val="000000"/>
                </a:solidFill>
                <a:latin typeface="FrutigerNext LT Bold"/>
                <a:ea typeface="FrutigerNext LT Bold"/>
                <a:cs typeface="FrutigerNext LT Bold"/>
              </a:rPr>
              <a:t>HUAWEI Confidential </a:t>
            </a:r>
          </a:p>
        </p:txBody>
      </p:sp>
      <p:sp>
        <p:nvSpPr>
          <p:cNvPr id="12" name="Rectangle 86">
            <a:extLst xmlns:a="http://schemas.openxmlformats.org/drawingml/2006/main">
              <a:ext uri="{FF2B5EF4-FFF2-40B4-BE49-F238E27FC236}">
                <a16:creationId xmlns:a16="http://schemas.microsoft.com/office/drawing/2014/main" id="{0B321782-B6FD-4017-8808-E95CCDFA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3896" y="6484776"/>
            <a:ext cx="1409884" cy="248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defTabSz="782320">
              <a:spcBef>
                <a:spcPct val="0"/>
              </a:spcBef>
              <a:spcAft>
                <a:spcPct val="0"/>
              </a:spcAft>
              <a:buNone/>
            </a:pPr>
            <a:r>
              <a:rPr sz="1200">
                <a:solidFill>
                  <a:srgbClr val="000000">
                    <a:lumMod val="95000"/>
                    <a:lumOff val="5000"/>
                  </a:srgbClr>
                </a:solidFill>
                <a:latin typeface="Calibri"/>
                <a:ea typeface="Calibri"/>
                <a:cs typeface="Calibri"/>
              </a:rPr>
              <a:t>Page </a:t>
            </a:r>
            <a:fld id="{E68EC476-442B-4BB7-9603-F1440C241F3D}" type="slidenum">
              <a:rPr sz="1200">
                <a:solidFill>
                  <a:srgbClr val="000000">
                    <a:lumMod val="95000"/>
                    <a:lumOff val="5000"/>
                  </a:srgb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>
              <a:solidFill>
                <a:srgbClr val="000000">
                  <a:lumMod val="95000"/>
                  <a:lumOff val="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AB1FE34F-246F-4436-8838-CF498CA31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16b152da44b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51449" y="6474438"/>
            <a:ext cx="1231806" cy="2695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7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B127756-C6C3-44C9-A54C-D45168C4F3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6140" y="260357"/>
            <a:ext cx="11164484" cy="539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l" defTabSz="913765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FB67B61-CFBA-4068-8B05-37730DD2D5D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6140" y="908056"/>
            <a:ext cx="11164484" cy="5400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67970" indent="-267970" algn="l" defTabSz="913765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 2"/>
              <a:buChar char="¡"/>
              <a:defRPr sz="1800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443865" indent="-175895" algn="l" defTabSz="913765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chemeClr val="tx1">
                  <a:lumMod val="50000"/>
                  <a:lumOff val="50000"/>
                </a:schemeClr>
              </a:buClr>
              <a:buFont typeface="微软雅黑"/>
              <a:buChar char="›"/>
              <a:defRPr sz="1600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628015" indent="-184150" algn="l" defTabSz="913765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chemeClr val="tx1">
                  <a:lumMod val="50000"/>
                  <a:lumOff val="50000"/>
                </a:schemeClr>
              </a:buClr>
              <a:buFont typeface="FrutigerNext LT Regular"/>
              <a:buChar char="»"/>
              <a:defRPr sz="1400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598930" indent="-228600" algn="l" defTabSz="913765">
              <a:lnSpc>
                <a:spcPct val="130000"/>
              </a:lnSpc>
              <a:spcBef>
                <a:spcPts val="500"/>
              </a:spcBef>
              <a:spcAft>
                <a:spcPts val="300"/>
              </a:spcAft>
              <a:buFont typeface="Wingdings"/>
              <a:buChar char="n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6130" indent="-228600" algn="l" defTabSz="913765">
              <a:lnSpc>
                <a:spcPct val="130000"/>
              </a:lnSpc>
              <a:spcBef>
                <a:spcPts val="500"/>
              </a:spcBef>
              <a:spcAft>
                <a:spcPts val="300"/>
              </a:spcAft>
              <a:buFont typeface="Wingdings"/>
              <a:buChar char="n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2695" indent="-228600" algn="l" defTabSz="913765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69895" indent="-228600" algn="l" defTabSz="913765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6460" indent="-228600" algn="l" defTabSz="913765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3660" indent="-228600" algn="l" defTabSz="913765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39C8AF9-B738-404A-A209-458F1790A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2796" y="150675"/>
            <a:ext cx="11164484" cy="539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b">
            <a:noAutofit/>
          </a:bodyPr>
          <a:lstStyle xmlns:a="http://schemas.openxmlformats.org/drawingml/2006/main">
            <a:lvl1pPr algn="l" defTabSz="913765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0467E7E-8F54-4A50-87A4-71406331C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070" y="108001"/>
            <a:ext cx="11164484" cy="539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l" defTabSz="913765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80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tiff" Id="R921aa254c135430a" /><Relationship Type="http://schemas.openxmlformats.org/officeDocument/2006/relationships/theme" Target="/ppt/slideMasters/theme/theme2.xml" Id="R753825ed68ea43b6" /><Relationship Type="http://schemas.openxmlformats.org/officeDocument/2006/relationships/slideLayout" Target="/ppt/slideLayouts/slideLayout1.xml" Id="R7c453228f11f4275" /><Relationship Type="http://schemas.openxmlformats.org/officeDocument/2006/relationships/slideLayout" Target="/ppt/slideLayouts/slideLayout2.xml" Id="R6b62e4eebdd54e8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2.tiff" Id="R8efc56a22a9e43f1" /><Relationship Type="http://schemas.openxmlformats.org/officeDocument/2006/relationships/theme" Target="/ppt/slideMasters/theme/theme3.xml" Id="R4de0cca11aae442a" /><Relationship Type="http://schemas.openxmlformats.org/officeDocument/2006/relationships/slideLayout" Target="/ppt/slideLayouts/slideLayout3.xml" Id="R503b2458dd654122" /><Relationship Type="http://schemas.openxmlformats.org/officeDocument/2006/relationships/slideLayout" Target="/ppt/slideLayouts/slideLayout4.xml" Id="R15633b169c544d4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jpeg" Id="Rf955f02577ca4698" /><Relationship Type="http://schemas.openxmlformats.org/officeDocument/2006/relationships/image" Target="/ppt/media/image.png" Id="Ra9da79f546cb4c93" /><Relationship Type="http://schemas.openxmlformats.org/officeDocument/2006/relationships/theme" Target="/ppt/slideMasters/theme/theme4.xml" Id="Rc70b68e910c749b6" /><Relationship Type="http://schemas.openxmlformats.org/officeDocument/2006/relationships/slideLayout" Target="/ppt/slideLayouts/slideLayout5.xml" Id="R49f5b3db28774bfa" /><Relationship Type="http://schemas.openxmlformats.org/officeDocument/2006/relationships/slideLayout" Target="/ppt/slideLayouts/slideLayout6.xml" Id="R328fc9ee4e2349fa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tiff" Id="R16462a9145ae411a" /><Relationship Type="http://schemas.openxmlformats.org/officeDocument/2006/relationships/theme" Target="/ppt/slideMasters/theme/theme5.xml" Id="R45308e91a7dc42b9" /><Relationship Type="http://schemas.openxmlformats.org/officeDocument/2006/relationships/slideLayout" Target="/ppt/slideLayouts/slideLayout7.xml" Id="R0dff111bca774020" /><Relationship Type="http://schemas.openxmlformats.org/officeDocument/2006/relationships/slideLayout" Target="/ppt/slideLayouts/slideLayout8.xml" Id="Rbb3456ed352c4623" /><Relationship Type="http://schemas.openxmlformats.org/officeDocument/2006/relationships/slideLayout" Target="/ppt/slideLayouts/slideLayout9.xml" Id="R7807e69120f447ae" /><Relationship Type="http://schemas.openxmlformats.org/officeDocument/2006/relationships/slideLayout" Target="/ppt/slideLayouts/slideLayout10.xml" Id="R1bc5458109824ac1" /><Relationship Type="http://schemas.openxmlformats.org/officeDocument/2006/relationships/slideLayout" Target="/ppt/slideLayouts/slideLayout11.xml" Id="R977fabbdac754f52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2.jpeg" Id="R2893f611ea0044e0" /><Relationship Type="http://schemas.openxmlformats.org/officeDocument/2006/relationships/theme" Target="/ppt/slideMasters/theme/theme6.xml" Id="R100cacdcb03c41df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.tiff" Id="Rdab696cc14c642ee" /><Relationship Type="http://schemas.openxmlformats.org/officeDocument/2006/relationships/theme" Target="/ppt/slideMasters/theme/theme7.xml" Id="R0554cdb41f9341ed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image" Target="/ppt/media/image.tiff" Id="Rcea1506968f8460b" /><Relationship Type="http://schemas.openxmlformats.org/officeDocument/2006/relationships/theme" Target="/ppt/slideMasters/theme/theme8.xml" Id="Ra452296cbefa4f8c" /><Relationship Type="http://schemas.openxmlformats.org/officeDocument/2006/relationships/slideLayout" Target="/ppt/slideLayouts/slideLayout12.xml" Id="Rbadf409d9a6e4d47" /><Relationship Type="http://schemas.openxmlformats.org/officeDocument/2006/relationships/slideLayout" Target="/ppt/slideLayouts/slideLayout13.xml" Id="R5e7f336ebfd14150" /><Relationship Type="http://schemas.openxmlformats.org/officeDocument/2006/relationships/slideLayout" Target="/ppt/slideLayouts/slideLayout14.xml" Id="R2b489b57574f4834" /><Relationship Type="http://schemas.openxmlformats.org/officeDocument/2006/relationships/slideLayout" Target="/ppt/slideLayouts/slideLayout15.xml" Id="R682281ca4b484d13" /><Relationship Type="http://schemas.openxmlformats.org/officeDocument/2006/relationships/slideLayout" Target="/ppt/slideLayouts/slideLayout16.xml" Id="Rb91a8b02a40040d0" /><Relationship Type="http://schemas.openxmlformats.org/officeDocument/2006/relationships/slideLayout" Target="/ppt/slideLayouts/slideLayout17.xml" Id="Rae56bcfaeab74053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image" Target="/ppt/media/image3.tiff" Id="R38e630c32370403e" /><Relationship Type="http://schemas.openxmlformats.org/officeDocument/2006/relationships/theme" Target="/ppt/slideMasters/theme/theme9.xml" Id="Rd73a344329734987" /><Relationship Type="http://schemas.openxmlformats.org/officeDocument/2006/relationships/slideLayout" Target="/ppt/slideLayouts/slideLayout18.xml" Id="Rfb2dbc53c0da47e4" /><Relationship Type="http://schemas.openxmlformats.org/officeDocument/2006/relationships/slideLayout" Target="/ppt/slideLayouts/slideLayout19.xml" Id="Rb4a49295065f4e65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dc189ff9775a44e0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image" Target="/ppt/media/image2.png" Id="R6866e487f277407f" /><Relationship Type="http://schemas.openxmlformats.org/officeDocument/2006/relationships/theme" Target="/ppt/slideMasters/theme/theme11.xml" Id="R1985dd544a69485e" /><Relationship Type="http://schemas.openxmlformats.org/officeDocument/2006/relationships/slideLayout" Target="/ppt/slideLayouts/slideLayout20.xml" Id="R3e600a6aa9e246e8" /><Relationship Type="http://schemas.openxmlformats.org/officeDocument/2006/relationships/slideLayout" Target="/ppt/slideLayouts/slideLayout21.xml" Id="R256bbd71a741421d" /><Relationship Type="http://schemas.openxmlformats.org/officeDocument/2006/relationships/slideLayout" Target="/ppt/slideLayouts/slideLayout22.xml" Id="R892a4434487340ac" /><Relationship Type="http://schemas.openxmlformats.org/officeDocument/2006/relationships/slideLayout" Target="/ppt/slideLayouts/slideLayout23.xml" Id="R531e13c0d89e48bb" /><Relationship Type="http://schemas.openxmlformats.org/officeDocument/2006/relationships/slideLayout" Target="/ppt/slideLayouts/slideLayout24.xml" Id="Rffc3912ef71a41d5" /><Relationship Type="http://schemas.openxmlformats.org/officeDocument/2006/relationships/slideLayout" Target="/ppt/slideLayouts/slideLayout25.xml" Id="R5329f308ebed4dab" /><Relationship Type="http://schemas.openxmlformats.org/officeDocument/2006/relationships/slideLayout" Target="/ppt/slideLayouts/slideLayout26.xml" Id="Rd17f071c76554a53" /><Relationship Type="http://schemas.openxmlformats.org/officeDocument/2006/relationships/slideLayout" Target="/ppt/slideLayouts/slideLayout27.xml" Id="R366de6600e524f78" /><Relationship Type="http://schemas.openxmlformats.org/officeDocument/2006/relationships/slideLayout" Target="/ppt/slideLayouts/slideLayout28.xml" Id="R1545c884ba114610" /><Relationship Type="http://schemas.openxmlformats.org/officeDocument/2006/relationships/slideLayout" Target="/ppt/slideLayouts/slideLayout29.xml" Id="R1207da4e7e954aa2" /><Relationship Type="http://schemas.openxmlformats.org/officeDocument/2006/relationships/slideLayout" Target="/ppt/slideLayouts/slideLayout30.xml" Id="R10c27b58ddc94226" /><Relationship Type="http://schemas.openxmlformats.org/officeDocument/2006/relationships/slideLayout" Target="/ppt/slideLayouts/slideLayout31.xml" Id="R7297085081a048b8" /><Relationship Type="http://schemas.openxmlformats.org/officeDocument/2006/relationships/slideLayout" Target="/ppt/slideLayouts/slideLayout32.xml" Id="R47815095bf1d4745" /><Relationship Type="http://schemas.openxmlformats.org/officeDocument/2006/relationships/slideLayout" Target="/ppt/slideLayouts/slideLayout33.xml" Id="Ra37dde8393fa4ff9" /><Relationship Type="http://schemas.openxmlformats.org/officeDocument/2006/relationships/slideLayout" Target="/ppt/slideLayouts/slideLayout34.xml" Id="R5977a2c6823a45ee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image" Target="/ppt/media/image.tiff" Id="Ra418220308164737" /><Relationship Type="http://schemas.openxmlformats.org/officeDocument/2006/relationships/theme" Target="/ppt/slideMasters/theme/theme12.xml" Id="R64259e10f0e14b42" /><Relationship Type="http://schemas.openxmlformats.org/officeDocument/2006/relationships/slideLayout" Target="/ppt/slideLayouts/slideLayout35.xml" Id="R7e48e9eec2014a6b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image" Target="/ppt/media/image.tiff" Id="Reca08b330a8448c6" /><Relationship Type="http://schemas.openxmlformats.org/officeDocument/2006/relationships/theme" Target="/ppt/slideMasters/theme/theme13.xml" Id="R3f03d2d71eab49d3" /></Relationships>
</file>

<file path=ppt/slideMasters/_rels/slideMaster13.xml.rels>&#65279;<?xml version="1.0" encoding="utf-8"?><Relationships xmlns="http://schemas.openxmlformats.org/package/2006/relationships"><Relationship Type="http://schemas.openxmlformats.org/officeDocument/2006/relationships/image" Target="/ppt/media/image.tiff" Id="R589b5dc418824bd4" /><Relationship Type="http://schemas.openxmlformats.org/officeDocument/2006/relationships/theme" Target="/ppt/slideMasters/theme/theme14.xml" Id="R093a5cff893b4758" /><Relationship Type="http://schemas.openxmlformats.org/officeDocument/2006/relationships/slideLayout" Target="/ppt/slideLayouts/slideLayout36.xml" Id="R912af47f06e04456" /></Relationships>
</file>

<file path=ppt/slideMasters/_rels/slideMaster14.xml.rels>&#65279;<?xml version="1.0" encoding="utf-8"?><Relationships xmlns="http://schemas.openxmlformats.org/package/2006/relationships"><Relationship Type="http://schemas.openxmlformats.org/officeDocument/2006/relationships/image" Target="/ppt/media/image3.png" Id="R3782d2232f4744c8" /><Relationship Type="http://schemas.openxmlformats.org/officeDocument/2006/relationships/theme" Target="/ppt/slideMasters/theme/theme15.xml" Id="Ra8b3f74137ae4a1f" /><Relationship Type="http://schemas.openxmlformats.org/officeDocument/2006/relationships/slideLayout" Target="/ppt/slideLayouts/slideLayout37.xml" Id="R954922e5f1f54b71" /><Relationship Type="http://schemas.openxmlformats.org/officeDocument/2006/relationships/slideLayout" Target="/ppt/slideLayouts/slideLayout38.xml" Id="R20d9f1c82878483a" /><Relationship Type="http://schemas.openxmlformats.org/officeDocument/2006/relationships/slideLayout" Target="/ppt/slideLayouts/slideLayout39.xml" Id="R8e0d3751aecb40c1" /><Relationship Type="http://schemas.openxmlformats.org/officeDocument/2006/relationships/slideLayout" Target="/ppt/slideLayouts/slideLayout40.xml" Id="R5a4d9787a3144177" /></Relationships>
</file>

<file path=ppt/slideMasters/_rels/slideMaster15.xml.rels>&#65279;<?xml version="1.0" encoding="utf-8"?><Relationships xmlns="http://schemas.openxmlformats.org/package/2006/relationships"><Relationship Type="http://schemas.openxmlformats.org/officeDocument/2006/relationships/image" Target="/ppt/media/image.tiff" Id="R49f58d2f096f4f9d" /><Relationship Type="http://schemas.openxmlformats.org/officeDocument/2006/relationships/theme" Target="/ppt/slideMasters/theme/theme16.xml" Id="R38c67d6230294025" /><Relationship Type="http://schemas.openxmlformats.org/officeDocument/2006/relationships/slideLayout" Target="/ppt/slideLayouts/slideLayout41.xml" Id="R9779a8715ad14c65" /><Relationship Type="http://schemas.openxmlformats.org/officeDocument/2006/relationships/slideLayout" Target="/ppt/slideLayouts/slideLayout42.xml" Id="R76f5e64a0ed8455e" /><Relationship Type="http://schemas.openxmlformats.org/officeDocument/2006/relationships/slideLayout" Target="/ppt/slideLayouts/slideLayout43.xml" Id="Rcf5f6e2fcd01431c" /><Relationship Type="http://schemas.openxmlformats.org/officeDocument/2006/relationships/slideLayout" Target="/ppt/slideLayouts/slideLayout44.xml" Id="Rf04210d0253442e5" /><Relationship Type="http://schemas.openxmlformats.org/officeDocument/2006/relationships/slideLayout" Target="/ppt/slideLayouts/slideLayout45.xml" Id="Rb4856955015341db" /></Relationships>
</file>

<file path=ppt/slideMasters/_rels/slideMaster16.xml.rels>&#65279;<?xml version="1.0" encoding="utf-8"?><Relationships xmlns="http://schemas.openxmlformats.org/package/2006/relationships"><Relationship Type="http://schemas.openxmlformats.org/officeDocument/2006/relationships/image" Target="/ppt/media/image.tiff" Id="R87da7631746b44b8" /><Relationship Type="http://schemas.openxmlformats.org/officeDocument/2006/relationships/theme" Target="/ppt/slideMasters/theme/theme17.xml" Id="Rdec71225705c439d" /><Relationship Type="http://schemas.openxmlformats.org/officeDocument/2006/relationships/slideLayout" Target="/ppt/slideLayouts/slideLayout46.xml" Id="R82ba3dbea9ea44c1" /></Relationships>
</file>

<file path=ppt/slideMasters/_rels/slideMaster17.xml.rels>&#65279;<?xml version="1.0" encoding="utf-8"?><Relationships xmlns="http://schemas.openxmlformats.org/package/2006/relationships"><Relationship Type="http://schemas.openxmlformats.org/officeDocument/2006/relationships/image" Target="/ppt/media/image2.png" Id="Rf67b2019c3974aab" /><Relationship Type="http://schemas.openxmlformats.org/officeDocument/2006/relationships/theme" Target="/ppt/slideMasters/theme/theme18.xml" Id="Rc8fbface707b418b" /><Relationship Type="http://schemas.openxmlformats.org/officeDocument/2006/relationships/slideLayout" Target="/ppt/slideLayouts/slideLayout47.xml" Id="Rc73eb3bf88a34a2d" /><Relationship Type="http://schemas.openxmlformats.org/officeDocument/2006/relationships/slideLayout" Target="/ppt/slideLayouts/slideLayout48.xml" Id="Ra5c69a6ca5fc483f" /><Relationship Type="http://schemas.openxmlformats.org/officeDocument/2006/relationships/slideLayout" Target="/ppt/slideLayouts/slideLayout49.xml" Id="R048cec1ed68c4f54" /><Relationship Type="http://schemas.openxmlformats.org/officeDocument/2006/relationships/slideLayout" Target="/ppt/slideLayouts/slideLayout50.xml" Id="R13c8a853f4bf4eba" /><Relationship Type="http://schemas.openxmlformats.org/officeDocument/2006/relationships/slideLayout" Target="/ppt/slideLayouts/slideLayout51.xml" Id="R8dac1de65b4b4ae4" /><Relationship Type="http://schemas.openxmlformats.org/officeDocument/2006/relationships/slideLayout" Target="/ppt/slideLayouts/slideLayout52.xml" Id="Rd5114397a55e45fc" /><Relationship Type="http://schemas.openxmlformats.org/officeDocument/2006/relationships/slideLayout" Target="/ppt/slideLayouts/slideLayout53.xml" Id="R72fd60eec1c04a6b" /><Relationship Type="http://schemas.openxmlformats.org/officeDocument/2006/relationships/slideLayout" Target="/ppt/slideLayouts/slideLayout54.xml" Id="R60e46f13c36d46d3" /><Relationship Type="http://schemas.openxmlformats.org/officeDocument/2006/relationships/slideLayout" Target="/ppt/slideLayouts/slideLayout55.xml" Id="R20917c456bf54afd" /><Relationship Type="http://schemas.openxmlformats.org/officeDocument/2006/relationships/slideLayout" Target="/ppt/slideLayouts/slideLayout56.xml" Id="Ra47acdfb274442ef" /><Relationship Type="http://schemas.openxmlformats.org/officeDocument/2006/relationships/slideLayout" Target="/ppt/slideLayouts/slideLayout57.xml" Id="Rb0942f50372e4d96" /><Relationship Type="http://schemas.openxmlformats.org/officeDocument/2006/relationships/slideLayout" Target="/ppt/slideLayouts/slideLayout58.xml" Id="Re739d98b01bd4e0b" /><Relationship Type="http://schemas.openxmlformats.org/officeDocument/2006/relationships/slideLayout" Target="/ppt/slideLayouts/slideLayout59.xml" Id="Radc8ba0605c14b22" /><Relationship Type="http://schemas.openxmlformats.org/officeDocument/2006/relationships/slideLayout" Target="/ppt/slideLayouts/slideLayout60.xml" Id="Rd5b22b7115534cb7" /><Relationship Type="http://schemas.openxmlformats.org/officeDocument/2006/relationships/slideLayout" Target="/ppt/slideLayouts/slideLayout61.xml" Id="R267893387a894031" /></Relationships>
</file>

<file path=ppt/slideMasters/_rels/slideMaster18.xml.rels>&#65279;<?xml version="1.0" encoding="utf-8"?><Relationships xmlns="http://schemas.openxmlformats.org/package/2006/relationships"><Relationship Type="http://schemas.openxmlformats.org/officeDocument/2006/relationships/image" Target="/ppt/media/image2.png" Id="R80a70b070a8c43b1" /><Relationship Type="http://schemas.openxmlformats.org/officeDocument/2006/relationships/theme" Target="/ppt/slideMasters/theme/theme19.xml" Id="Ra50a00ac87dc4010" /><Relationship Type="http://schemas.openxmlformats.org/officeDocument/2006/relationships/slideLayout" Target="/ppt/slideLayouts/slideLayout62.xml" Id="Rfb7a8f7d00e74117" /><Relationship Type="http://schemas.openxmlformats.org/officeDocument/2006/relationships/slideLayout" Target="/ppt/slideLayouts/slideLayout63.xml" Id="Rb6e4d9e64f134590" /><Relationship Type="http://schemas.openxmlformats.org/officeDocument/2006/relationships/slideLayout" Target="/ppt/slideLayouts/slideLayout64.xml" Id="R34749c73c6534134" /><Relationship Type="http://schemas.openxmlformats.org/officeDocument/2006/relationships/slideLayout" Target="/ppt/slideLayouts/slideLayout65.xml" Id="R6f9cfd7651504798" /><Relationship Type="http://schemas.openxmlformats.org/officeDocument/2006/relationships/slideLayout" Target="/ppt/slideLayouts/slideLayout66.xml" Id="R69545bc95a5c48e2" /><Relationship Type="http://schemas.openxmlformats.org/officeDocument/2006/relationships/slideLayout" Target="/ppt/slideLayouts/slideLayout67.xml" Id="Rd7782b0351cd4d08" /><Relationship Type="http://schemas.openxmlformats.org/officeDocument/2006/relationships/slideLayout" Target="/ppt/slideLayouts/slideLayout68.xml" Id="Rc91209deef9e487d" /><Relationship Type="http://schemas.openxmlformats.org/officeDocument/2006/relationships/slideLayout" Target="/ppt/slideLayouts/slideLayout69.xml" Id="R5298f0d570b04b57" /><Relationship Type="http://schemas.openxmlformats.org/officeDocument/2006/relationships/slideLayout" Target="/ppt/slideLayouts/slideLayout70.xml" Id="R06308f5295c44293" /><Relationship Type="http://schemas.openxmlformats.org/officeDocument/2006/relationships/slideLayout" Target="/ppt/slideLayouts/slideLayout71.xml" Id="R0d61a77867ae48a7" /><Relationship Type="http://schemas.openxmlformats.org/officeDocument/2006/relationships/slideLayout" Target="/ppt/slideLayouts/slideLayout72.xml" Id="R0def60a15874447c" /><Relationship Type="http://schemas.openxmlformats.org/officeDocument/2006/relationships/slideLayout" Target="/ppt/slideLayouts/slideLayout73.xml" Id="R1bbc4f4dafdc49ca" /><Relationship Type="http://schemas.openxmlformats.org/officeDocument/2006/relationships/slideLayout" Target="/ppt/slideLayouts/slideLayout74.xml" Id="R038df9cb78b74dd8" /><Relationship Type="http://schemas.openxmlformats.org/officeDocument/2006/relationships/slideLayout" Target="/ppt/slideLayouts/slideLayout75.xml" Id="Rfa24f11f5c4b4bd8" /><Relationship Type="http://schemas.openxmlformats.org/officeDocument/2006/relationships/slideLayout" Target="/ppt/slideLayouts/slideLayout76.xml" Id="R3f9def0a389b4758" /></Relationships>
</file>

<file path=ppt/slideMasters/_rels/slideMaster19.xml.rels>&#65279;<?xml version="1.0" encoding="utf-8"?><Relationships xmlns="http://schemas.openxmlformats.org/package/2006/relationships"><Relationship Type="http://schemas.openxmlformats.org/officeDocument/2006/relationships/image" Target="/ppt/media/image.tiff" Id="Ree096598aa2040af" /><Relationship Type="http://schemas.openxmlformats.org/officeDocument/2006/relationships/theme" Target="/ppt/slideMasters/theme/theme20.xml" Id="R6b97c8c35f494b8c" /></Relationships>
</file>

<file path=ppt/slideMasters/_rels/slideMaster20.xml.rels>&#65279;<?xml version="1.0" encoding="utf-8"?><Relationships xmlns="http://schemas.openxmlformats.org/package/2006/relationships"><Relationship Type="http://schemas.openxmlformats.org/officeDocument/2006/relationships/image" Target="/ppt/media/image.tiff" Id="Rc7f016330aa541b5" /><Relationship Type="http://schemas.openxmlformats.org/officeDocument/2006/relationships/theme" Target="/ppt/slideMasters/theme/theme21.xml" Id="Rc6e96415dc6a4151" /><Relationship Type="http://schemas.openxmlformats.org/officeDocument/2006/relationships/slideLayout" Target="/ppt/slideLayouts/slideLayout77.xml" Id="R9c3d373b68b2459b" /><Relationship Type="http://schemas.openxmlformats.org/officeDocument/2006/relationships/slideLayout" Target="/ppt/slideLayouts/slideLayout78.xml" Id="Reed83f77b4104538" /><Relationship Type="http://schemas.openxmlformats.org/officeDocument/2006/relationships/slideLayout" Target="/ppt/slideLayouts/slideLayout79.xml" Id="Rb8514aadace647ab" /></Relationships>
</file>

<file path=ppt/slideMasters/_rels/slideMaster21.xml.rels>&#65279;<?xml version="1.0" encoding="utf-8"?><Relationships xmlns="http://schemas.openxmlformats.org/package/2006/relationships"><Relationship Type="http://schemas.openxmlformats.org/officeDocument/2006/relationships/theme" Target="/ppt/slideMasters/theme/theme22.xml" Id="Rd74f80a3c0c34421" /><Relationship Type="http://schemas.openxmlformats.org/officeDocument/2006/relationships/slideLayout" Target="/ppt/slideLayouts/slideLayout80.xml" Id="Rb6003da08e854b0a" /></Relationships>
</file>

<file path=ppt/slideMasters/_rels/slideMaster22.xml.rels>&#65279;<?xml version="1.0" encoding="utf-8"?><Relationships xmlns="http://schemas.openxmlformats.org/package/2006/relationships"><Relationship Type="http://schemas.openxmlformats.org/officeDocument/2006/relationships/image" Target="/ppt/media/image.tiff" Id="R84fd9a1675734f84" /><Relationship Type="http://schemas.openxmlformats.org/officeDocument/2006/relationships/theme" Target="/ppt/slideMasters/theme/theme23.xml" Id="Rb2a2a6a7b0a2414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666BCF-5CA4-48AF-A978-451D9B4B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3503965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 b="0" baseline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Proprietary - Restricted Distribution</a:t>
            </a:r>
            <a:endParaRPr sz="900" b="0" kern="1200" baseline="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A81AA2A-8FF2-43EB-9867-303A4E92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9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C5147D7F-92DB-4538-8F18-C0598BE8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1B37DA6-01FA-43C6-B78C-071ADF6E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7" y="367416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48A6810E-CFED-4466-B9D6-14C3EFF5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5173A327-0D2E-4988-A3D7-0B7A1389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470200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0643F483-3D9B-466B-8B47-3DAFC5C0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5820F7F8-5FE1-4C73-8AC0-FAE525F3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A096245C-1AE5-40AD-A850-F37A6D0E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E5A41BCD-F1C1-4D4B-8E83-5E22257D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8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spcBef>
                <a:spcPts val="0"/>
              </a:spcBef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0C39A2C-C85C-4113-B2F2-D01EA549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0" y="262538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3FB0C82D-459C-4188-AA90-3AFCEC0B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3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108C122E-8B6A-4E70-8D35-617DD84C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425858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C4FAC5F8-8F68-4970-89D1-C5BC48B3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288DBEE8-A953-4548-AA2C-702C4B6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2B858F63-2D76-41DC-BDDF-C5ED30AA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197" y="558236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C24F5510-70E5-4A17-9792-51E39F67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4852" y="514224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C066A118-85F4-45FD-8392-5353E56D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54" y="602134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2AE37AFD-5661-4C66-8862-B67820DD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1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19A483D4-E325-4897-8F24-4C625914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5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EFC49B7D-D855-4580-AE37-817C4F9A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16975652-4C3D-484C-9064-715911A2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463C75DE-2E53-433B-944D-D8E2D951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DD33956D-24C9-46F1-AFC2-1ABA6892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28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203EDF1E-5D5F-470C-BD9F-6ABE972D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602A12E0-810E-48B9-8A54-18A534F6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9C1DEA81-2BCB-4C4D-8CE1-C991B735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5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C215117-9024-4683-A7C1-38E7961E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0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25252974-E913-4A49-B1F4-4E2A838F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2D4BAD3E-B577-430A-8D38-354FC1FD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B79E5883-67B6-46F8-810B-2F7E0FC1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4717" y="4709701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576D9E6B-720B-42BC-BA18-9EB4F35C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0631" y="558236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555C6342-B6FF-4075-8295-DDC04B6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9284" y="514224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8E0EC3DF-CE6F-44F2-AE48-087C3E25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2283" y="602134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A10B8E2B-84D1-4A02-AECB-70FE7E54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59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2A9A4C3C-D9CC-43F8-A59A-BA09C089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4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1C3FBF3A-476F-4D5D-9FFD-0A118E5D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7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642F5D-6BDF-418F-B5F9-F1218CC2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7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C3FBAE57-1E59-4095-A604-185EF3A6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3085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67611A5C-A1C2-4000-B4C3-CE73C5B6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736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0342E557-A8CF-4548-A3F2-B3540BB1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8565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FBF5E31A-5D29-4101-A1E7-BE1FAA35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47639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12D90A8E-2A4C-4B92-9FA6-17107A896F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aa254c13543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453228f11f4275"/>
    <p:sldLayoutId xmlns:r="http://schemas.openxmlformats.org/officeDocument/2006/relationships" id="2147483650" r:id="R6b62e4eebdd54e81"/>
  </p:sldLayoutIdLst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884FFB2-F8C8-4160-A13D-7BAB9F15E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8969" y="1467870"/>
            <a:ext cx="3984232" cy="2816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6FD9865D-5598-4DF1-81EE-92C4D898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357" y="2794960"/>
            <a:ext cx="3225168" cy="2029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065"/>
              </a:lnSpc>
              <a:buNone/>
            </a:pPr>
            <a:r>
              <a:rPr sz="850" b="1" baseline="0">
                <a:solidFill>
                  <a:srgbClr val="1D1D1B"/>
                </a:solidFill>
                <a:latin typeface="+mj-lt"/>
                <a:ea typeface="+mj-lt"/>
                <a:cs typeface="+mj-lt"/>
              </a:rPr>
              <a:t>Copyright©2018 Huawei Technologies Co., Ltd.</a:t>
            </a:r>
            <a:br>
              <a:rPr sz="850" b="1" baseline="0">
                <a:solidFill>
                  <a:srgbClr val="1D1D1B"/>
                </a:solidFill>
                <a:latin typeface="+mj-lt"/>
                <a:ea typeface="+mj-lt"/>
                <a:cs typeface="+mj-lt"/>
              </a:rPr>
            </a:br>
            <a:r>
              <a:rPr sz="850" b="1" baseline="0">
                <a:solidFill>
                  <a:srgbClr val="1D1D1B"/>
                </a:solidFill>
                <a:latin typeface="+mj-lt"/>
                <a:ea typeface="+mj-lt"/>
                <a:cs typeface="+mj-lt"/>
              </a:rPr>
              <a:t>All Rights Reserved.</a:t>
            </a:r>
            <a:br>
              <a:rPr sz="78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br>
              <a:rPr sz="78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information in this document may contain predictive </a:t>
            </a:r>
            <a:b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statements including, without limitation, statements regarding </a:t>
            </a:r>
            <a:b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future financial and operating results, future product </a:t>
            </a:r>
            <a:b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portfolio, new technology, etc. There are a number of factors that </a:t>
            </a:r>
            <a:b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could cause actual results and developments to differ materially </a:t>
            </a:r>
            <a:b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from those expressed or implied in the predictive statements. </a:t>
            </a:r>
            <a:b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Therefore, such information is provided for reference purpose </a:t>
            </a:r>
            <a:b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only and constitutes neither an offer nor an acceptance. Huawei </a:t>
            </a:r>
            <a:b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 baseline="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may change the information at any time without notice. </a:t>
            </a:r>
          </a:p>
          <a:p xmlns:a="http://schemas.openxmlformats.org/drawingml/2006/main">
            <a:pPr>
              <a:lnSpc>
                <a:spcPts val="1065"/>
              </a:lnSpc>
              <a:buNone/>
            </a:pPr>
            <a:endParaRPr sz="780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Subtitle 6">
            <a:extLst xmlns:a="http://schemas.openxmlformats.org/drawingml/2006/main">
              <a:ext uri="{FF2B5EF4-FFF2-40B4-BE49-F238E27FC236}">
                <a16:creationId xmlns:a16="http://schemas.microsoft.com/office/drawing/2014/main" id="{8FD94B3C-CA08-4C57-8C2D-90D9B3B3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276" y="1631849"/>
            <a:ext cx="3477701" cy="491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680"/>
              </a:lnSpc>
              <a:spcBef>
                <a:spcPts val="0"/>
              </a:spcBef>
              <a:buNone/>
            </a:pPr>
            <a:r>
              <a:rPr sz="1300">
                <a:solidFill>
                  <a:srgbClr val="1D1D1B"/>
                </a:solidFill>
                <a:latin typeface="微软雅黑"/>
                <a:ea typeface="微软雅黑"/>
                <a:cs typeface="微软雅黑"/>
              </a:rPr>
              <a:t>把数字世界带入每个人、每个家庭、</a:t>
            </a:r>
            <a:br>
              <a:rPr sz="1300">
                <a:solidFill>
                  <a:srgbClr val="1D1D1B"/>
                </a:solidFill>
                <a:latin typeface="微软雅黑"/>
                <a:ea typeface="微软雅黑"/>
                <a:cs typeface="微软雅黑"/>
              </a:rPr>
            </a:br>
            <a:r>
              <a:rPr sz="1300">
                <a:solidFill>
                  <a:srgbClr val="1D1D1B"/>
                </a:solidFill>
                <a:latin typeface="微软雅黑"/>
                <a:ea typeface="微软雅黑"/>
                <a:cs typeface="微软雅黑"/>
              </a:rPr>
              <a:t>每个组织，构建万物互联的智能世界。</a:t>
            </a:r>
          </a:p>
        </p:txBody>
      </p:sp>
      <p:sp>
        <p:nvSpPr>
          <p:cNvPr id="7" name="Subtitle 6">
            <a:extLst xmlns:a="http://schemas.openxmlformats.org/drawingml/2006/main">
              <a:ext uri="{FF2B5EF4-FFF2-40B4-BE49-F238E27FC236}">
                <a16:creationId xmlns:a16="http://schemas.microsoft.com/office/drawing/2014/main" id="{90975B91-5028-4143-B786-E9D0EC44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672" y="2106124"/>
            <a:ext cx="3481833" cy="582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295"/>
              </a:lnSpc>
              <a:buNone/>
            </a:pP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Bring digital to every person, home and </a:t>
            </a:r>
            <a:b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organization for a fully connected, </a:t>
            </a:r>
            <a:b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intelligent world.</a:t>
            </a:r>
            <a:endParaRPr sz="1200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C540BDDA-533D-4BD9-8F2A-ED78982947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c56a22a9e43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676" y="5237566"/>
            <a:ext cx="1875600" cy="40591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503b2458dd654122"/>
    <p:sldLayoutId xmlns:r="http://schemas.openxmlformats.org/officeDocument/2006/relationships" id="2147483653" r:id="R15633b169c544d4f"/>
  </p:sldLayoutIdLst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0" indent="0" algn="l" defTabSz="1188085">
        <a:lnSpc>
          <a:spcPct val="90000"/>
        </a:lnSpc>
        <a:spcBef>
          <a:spcPts val="1300"/>
        </a:spcBef>
        <a:buFont typeface="Arial"/>
        <a:buNone/>
        <a:defRPr sz="1820" kern="1200">
          <a:solidFill>
            <a:srgbClr val="FFFFFF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593725" indent="0" algn="l" defTabSz="1188085">
        <a:lnSpc>
          <a:spcPct val="90000"/>
        </a:lnSpc>
        <a:spcBef>
          <a:spcPts val="650"/>
        </a:spcBef>
        <a:buFont typeface="Arial"/>
        <a:buNone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indent="0" algn="l" defTabSz="1188085">
        <a:lnSpc>
          <a:spcPct val="90000"/>
        </a:lnSpc>
        <a:spcBef>
          <a:spcPts val="650"/>
        </a:spcBef>
        <a:buFont typeface="Arial"/>
        <a:buNone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indent="0" algn="l" defTabSz="1188085">
        <a:lnSpc>
          <a:spcPct val="90000"/>
        </a:lnSpc>
        <a:spcBef>
          <a:spcPts val="650"/>
        </a:spcBef>
        <a:buFont typeface="Arial"/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indent="0" algn="l" defTabSz="1188085">
        <a:lnSpc>
          <a:spcPct val="90000"/>
        </a:lnSpc>
        <a:spcBef>
          <a:spcPts val="650"/>
        </a:spcBef>
        <a:buFont typeface="Arial"/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AF5AAFEB-77E6-4C66-B1A9-937CE2EA80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5f02577ca46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3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1F4D4A93-DDE5-4D9E-A557-AD0D8FFFB2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a79f546cb4c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5631" y="5956007"/>
            <a:ext cx="1973225" cy="431542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49f5b3db28774bfa"/>
    <p:sldLayoutId xmlns:r="http://schemas.openxmlformats.org/officeDocument/2006/relationships" id="2147483656" r:id="R328fc9ee4e2349fa"/>
  </p:sldLayoutIdLst>
  <p:hf hdr="0" ftr="0" dt="0"/>
  <p:txStyles>
    <p:titleStyle>
      <a:lvl1pPr xmlns:a="http://schemas.openxmlformats.org/drawingml/2006/main" algn="l" defTabSz="913765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0" indent="0" algn="l" defTabSz="913765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/>
          <a:ea typeface="Arial"/>
          <a:cs typeface="Arial"/>
        </a:defRPr>
      </a:lvl1pPr>
      <a:lvl2pPr xmlns:a="http://schemas.openxmlformats.org/drawingml/2006/main" marL="456565" indent="0" algn="l" defTabSz="913765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3765" indent="0" algn="l" defTabSz="913765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0330" indent="0" algn="l" defTabSz="913765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7530" indent="0" algn="l" defTabSz="913765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2695" indent="-228600" algn="l" defTabSz="913765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69260" indent="-228600" algn="l" defTabSz="913765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6460" indent="-228600" algn="l" defTabSz="913765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3025" indent="-228600" algn="l" defTabSz="913765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6565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3765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033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753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4095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1295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19786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4425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2C3A7A49-0A89-4781-B129-25096CCB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4C8235B-2210-49B9-9CCA-12F71B45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8" y="367416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2FDBCBDD-9FE0-4B42-B5EC-E5BD7ABF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75168922-49E5-4370-B7C0-4379FAF6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470200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A7762440-4573-4B1D-8C1C-1E2F1220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623BF4C7-D26D-44F5-B6D5-8C64E716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08305063-2DB1-45B5-8E5C-0A722BBD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25A24C6D-2D40-4DA3-B16B-E8AC58B6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9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6B4F39E-6F81-48CD-9019-979A0670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1" y="262538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1299628D-E960-4BDA-97BB-0C9F0871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4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B26480B6-6674-4F9A-ABA7-4B6F60BF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425858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A44A5821-B95D-4F90-BA20-7A849F7F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1118B429-0B14-4EEE-A098-17DEFDB7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84891070-DAFC-497D-8FFE-DF8DA773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2195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86970A59-C069-4E1D-A2AA-28D62FE3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9555D475-407F-4464-AC38-C2783DDB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6F28E826-86D0-4961-984A-0825A1D1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2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8228AC22-7673-4FCE-BDCE-4F0865F5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6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7E248A57-9971-4674-A8BC-5D9C5252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A12D05B5-A408-4B85-87EA-4B9FAC3F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2E5C28ED-CB0A-4BF8-AFE3-D242DEA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8736B84C-ABAE-49F0-997A-4960382F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30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E2B2EBE3-563A-41CD-864F-8513FC11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785AD028-DA6F-4211-A9EA-B43AD43A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AFB9D2F8-67A4-4D06-8DD5-955F5DC6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7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F8C49E0-23E1-4C91-B4F2-639B3805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1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4DF5630B-2FBC-4E98-A44B-FE09C62C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DE2058DA-8770-4507-B234-EAFEFA70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A33857D3-CEFE-4A18-9C62-7AA2C203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FC158963-B6CA-492E-AD11-6098185C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7634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7583D34D-104C-4D38-BB21-1EB62C37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9EA5DF80-8C85-4CFC-9844-54711944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E6275BBC-B654-4593-8D11-D24C5BF3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61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81845F7E-B8DF-4864-A028-E19EADF0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6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E0A50-5B0B-4315-B887-3FC15168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8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35/24/21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3F70DC60-8C59-4FEA-80FD-6B7CF27B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8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CE202D28-FF5D-4E24-8563-91200C09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6084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AE90E275-E1F3-4C9F-9F90-966594ED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739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A8685B2F-1EE5-49ED-8799-E6AE7470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2571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C8B6A8C9-F250-4F6D-9356-4A40A1C5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38646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9BEF2EC9-2EC0-4EC4-A258-4CAA510F3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62a9145ae41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0dff111bca774020"/>
    <p:sldLayoutId xmlns:r="http://schemas.openxmlformats.org/officeDocument/2006/relationships" id="2147483659" r:id="Rbb3456ed352c4623"/>
    <p:sldLayoutId xmlns:r="http://schemas.openxmlformats.org/officeDocument/2006/relationships" id="2147483660" r:id="R7807e69120f447ae"/>
    <p:sldLayoutId xmlns:r="http://schemas.openxmlformats.org/officeDocument/2006/relationships" id="2147483661" r:id="R1bc5458109824ac1"/>
    <p:sldLayoutId xmlns:r="http://schemas.openxmlformats.org/officeDocument/2006/relationships" id="2147483662" r:id="R977fabbdac754f52"/>
  </p:sldLayoutIdLst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3E3966-FBEF-409D-A36E-C6472801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914400">
              <a:buNone/>
            </a:pPr>
            <a:r>
              <a:rPr sz="100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10A053-2C44-434F-AB18-6D8113A1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50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defTabSz="890905">
              <a:buNone/>
            </a:pPr>
            <a:fld id="{C3837181-38C6-AD4F-B8BA-B444770388BB}" type="slidenum">
              <a:rPr sz="975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75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矩形 5">
            <a:extLst xmlns:a="http://schemas.openxmlformats.org/drawingml/2006/main">
              <a:ext uri="{FF2B5EF4-FFF2-40B4-BE49-F238E27FC236}">
                <a16:creationId xmlns:a16="http://schemas.microsoft.com/office/drawing/2014/main" id="{9C59F4DB-23A6-42F1-B13C-66152B01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186C</a:t>
            </a:r>
          </a:p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200/16/46</a:t>
            </a:r>
          </a:p>
        </p:txBody>
      </p:sp>
      <p:sp>
        <p:nvSpPr>
          <p:cNvPr id="45" name="矩形 9">
            <a:extLst xmlns:a="http://schemas.openxmlformats.org/drawingml/2006/main">
              <a:ext uri="{FF2B5EF4-FFF2-40B4-BE49-F238E27FC236}">
                <a16:creationId xmlns:a16="http://schemas.microsoft.com/office/drawing/2014/main" id="{A372DBB0-89D3-4121-ACCF-794CAB14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185C</a:t>
            </a:r>
          </a:p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199/0/11</a:t>
            </a:r>
          </a:p>
        </p:txBody>
      </p:sp>
      <p:sp>
        <p:nvSpPr>
          <p:cNvPr id="46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A931E99-5BB2-401A-B244-6209D2B7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26898" y="2931937"/>
            <a:ext cx="384721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10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品牌色</a:t>
            </a:r>
          </a:p>
        </p:txBody>
      </p:sp>
      <p:sp>
        <p:nvSpPr>
          <p:cNvPr id="28" name="矩形 12">
            <a:extLst xmlns:a="http://schemas.openxmlformats.org/drawingml/2006/main">
              <a:ext uri="{FF2B5EF4-FFF2-40B4-BE49-F238E27FC236}">
                <a16:creationId xmlns:a16="http://schemas.microsoft.com/office/drawing/2014/main" id="{8E86B1C5-EE64-4B2B-ABDA-7154AC38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A4F"/>
          </a:solidFill>
          <a:ln xmlns:a="http://schemas.openxmlformats.org/drawingml/2006/main">
            <a:solidFill>
              <a:srgbClr val="EA5A4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234/90/79</a:t>
            </a:r>
          </a:p>
        </p:txBody>
      </p:sp>
      <p:sp>
        <p:nvSpPr>
          <p:cNvPr id="29" name="矩形 13">
            <a:extLst xmlns:a="http://schemas.openxmlformats.org/drawingml/2006/main">
              <a:ext uri="{FF2B5EF4-FFF2-40B4-BE49-F238E27FC236}">
                <a16:creationId xmlns:a16="http://schemas.microsoft.com/office/drawing/2014/main" id="{3333D7B8-79E1-45FC-B6DE-0E67DB0A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120/0/15</a:t>
            </a:r>
          </a:p>
        </p:txBody>
      </p:sp>
      <p:sp>
        <p:nvSpPr>
          <p:cNvPr id="3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0062906-E258-400C-B78A-1CDF1FB0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6278" y="3631294"/>
            <a:ext cx="569387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10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辅助色</a:t>
            </a:r>
          </a:p>
        </p:txBody>
      </p:sp>
      <p:sp>
        <p:nvSpPr>
          <p:cNvPr id="31" name="矩形 16">
            <a:extLst xmlns:a="http://schemas.openxmlformats.org/drawingml/2006/main">
              <a:ext uri="{FF2B5EF4-FFF2-40B4-BE49-F238E27FC236}">
                <a16:creationId xmlns:a16="http://schemas.microsoft.com/office/drawing/2014/main" id="{0195DDA8-107B-4B9A-9B3B-CC1C255A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248/181/60</a:t>
            </a:r>
          </a:p>
        </p:txBody>
      </p:sp>
      <p:sp>
        <p:nvSpPr>
          <p:cNvPr id="32" name="矩形 17">
            <a:extLst xmlns:a="http://schemas.openxmlformats.org/drawingml/2006/main">
              <a:ext uri="{FF2B5EF4-FFF2-40B4-BE49-F238E27FC236}">
                <a16:creationId xmlns:a16="http://schemas.microsoft.com/office/drawing/2014/main" id="{428C4C4B-1903-4F77-A790-9ABC7E63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235/92/1</a:t>
            </a:r>
          </a:p>
        </p:txBody>
      </p:sp>
      <p:sp>
        <p:nvSpPr>
          <p:cNvPr id="33" name="矩形 18">
            <a:extLst xmlns:a="http://schemas.openxmlformats.org/drawingml/2006/main">
              <a:ext uri="{FF2B5EF4-FFF2-40B4-BE49-F238E27FC236}">
                <a16:creationId xmlns:a16="http://schemas.microsoft.com/office/drawing/2014/main" id="{7CC8E71C-3BB9-4335-BBED-CC10A4E7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137/137/137</a:t>
            </a:r>
          </a:p>
        </p:txBody>
      </p:sp>
      <p:sp>
        <p:nvSpPr>
          <p:cNvPr id="34" name="矩形 19">
            <a:extLst xmlns:a="http://schemas.openxmlformats.org/drawingml/2006/main">
              <a:ext uri="{FF2B5EF4-FFF2-40B4-BE49-F238E27FC236}">
                <a16:creationId xmlns:a16="http://schemas.microsoft.com/office/drawing/2014/main" id="{BA66F8A4-01B4-4EB4-9487-0953CE56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35/24/21</a:t>
            </a:r>
          </a:p>
        </p:txBody>
      </p:sp>
      <p:sp>
        <p:nvSpPr>
          <p:cNvPr id="35" name="矩形 22">
            <a:extLst xmlns:a="http://schemas.openxmlformats.org/drawingml/2006/main">
              <a:ext uri="{FF2B5EF4-FFF2-40B4-BE49-F238E27FC236}">
                <a16:creationId xmlns:a16="http://schemas.microsoft.com/office/drawing/2014/main" id="{C471C106-0305-4172-AE21-4B731E5F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RGB 221/221/221</a:t>
            </a:r>
          </a:p>
        </p:txBody>
      </p:sp>
      <p:sp>
        <p:nvSpPr>
          <p:cNvPr id="36" name="矩形 12">
            <a:extLst xmlns:a="http://schemas.openxmlformats.org/drawingml/2006/main">
              <a:ext uri="{FF2B5EF4-FFF2-40B4-BE49-F238E27FC236}">
                <a16:creationId xmlns:a16="http://schemas.microsoft.com/office/drawing/2014/main" id="{9B4081E5-5E9B-4772-8FEB-57C83446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C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233/140/128</a:t>
            </a:r>
          </a:p>
        </p:txBody>
      </p:sp>
      <p:sp>
        <p:nvSpPr>
          <p:cNvPr id="37" name="矩形 13">
            <a:extLst xmlns:a="http://schemas.openxmlformats.org/drawingml/2006/main">
              <a:ext uri="{FF2B5EF4-FFF2-40B4-BE49-F238E27FC236}">
                <a16:creationId xmlns:a16="http://schemas.microsoft.com/office/drawing/2014/main" id="{594AE929-6C9D-4C14-81FC-7ECD75AC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2126"/>
          </a:solidFill>
          <a:ln xmlns:a="http://schemas.openxmlformats.org/drawingml/2006/main">
            <a:solidFill>
              <a:srgbClr val="9F000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159/0/1</a:t>
            </a:r>
          </a:p>
        </p:txBody>
      </p:sp>
      <p:sp>
        <p:nvSpPr>
          <p:cNvPr id="38" name="矩形 16">
            <a:extLst xmlns:a="http://schemas.openxmlformats.org/drawingml/2006/main">
              <a:ext uri="{FF2B5EF4-FFF2-40B4-BE49-F238E27FC236}">
                <a16:creationId xmlns:a16="http://schemas.microsoft.com/office/drawing/2014/main" id="{5CF2DEC0-7408-416B-8899-FC83E64F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RGB 245/220/87</a:t>
            </a:r>
          </a:p>
        </p:txBody>
      </p:sp>
      <p:sp>
        <p:nvSpPr>
          <p:cNvPr id="39" name="矩形 17">
            <a:extLst xmlns:a="http://schemas.openxmlformats.org/drawingml/2006/main">
              <a:ext uri="{FF2B5EF4-FFF2-40B4-BE49-F238E27FC236}">
                <a16:creationId xmlns:a16="http://schemas.microsoft.com/office/drawing/2014/main" id="{8DB1002F-DCB4-4864-A887-CCAA9ED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240/133/0</a:t>
            </a:r>
          </a:p>
        </p:txBody>
      </p:sp>
      <p:sp>
        <p:nvSpPr>
          <p:cNvPr id="40" name="矩形 18">
            <a:extLst xmlns:a="http://schemas.openxmlformats.org/drawingml/2006/main">
              <a:ext uri="{FF2B5EF4-FFF2-40B4-BE49-F238E27FC236}">
                <a16:creationId xmlns:a16="http://schemas.microsoft.com/office/drawing/2014/main" id="{9E3F96EC-71B0-43D0-9476-21146422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181/181/181</a:t>
            </a:r>
          </a:p>
        </p:txBody>
      </p:sp>
      <p:sp>
        <p:nvSpPr>
          <p:cNvPr id="42" name="矩形 19">
            <a:extLst xmlns:a="http://schemas.openxmlformats.org/drawingml/2006/main">
              <a:ext uri="{FF2B5EF4-FFF2-40B4-BE49-F238E27FC236}">
                <a16:creationId xmlns:a16="http://schemas.microsoft.com/office/drawing/2014/main" id="{9F2265FC-2DC3-477B-BD5B-CBD2BDBD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89/87/87</a:t>
            </a:r>
          </a:p>
        </p:txBody>
      </p:sp>
      <p:sp>
        <p:nvSpPr>
          <p:cNvPr id="43" name="矩形 22">
            <a:extLst xmlns:a="http://schemas.openxmlformats.org/drawingml/2006/main">
              <a:ext uri="{FF2B5EF4-FFF2-40B4-BE49-F238E27FC236}">
                <a16:creationId xmlns:a16="http://schemas.microsoft.com/office/drawing/2014/main" id="{964F2156-8644-4AB4-ACDD-36DDC5B1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chemeClr val="bg1">
                <a:lumMod val="10000"/>
                <a:lumOff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buNone/>
            </a:pPr>
            <a:r>
              <a:rPr sz="7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RGB 255/255/255</a:t>
            </a:r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67C62D9D-CEB3-483B-8442-C038AE318C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3f611ea0044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998" y="6321130"/>
            <a:ext cx="1269075" cy="27754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6E32D15-121D-417F-BD42-11C3047B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9" y="6356939"/>
            <a:ext cx="3503965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 b="0" baseline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Proprietary - Restricted Distribution</a:t>
            </a:r>
            <a:endParaRPr sz="900" b="0" kern="1200" baseline="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80573E-355F-4EE9-8E27-6AE88230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3" y="6402809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2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E93E7B54-6CB6-49D5-8823-CA409D93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0" y="38183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B371E99-8C81-4CA4-B15A-4D74C7D0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8" y="3674165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8793F287-0338-4541-AEB7-0A1BB5BD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0" y="38183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0F9ACC47-DE4A-4CDF-A6E3-283AB015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0" y="470201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B1CFCEE7-D221-4246-82FE-F3962677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0" y="4263033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3765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87FAFBFA-FDFE-48A8-AFD4-985ABDF6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0" y="558236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CAFEA-7C3A-4C9E-9BC9-11EFECBE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0" y="470970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56A79142-1D78-4176-91DA-C84DB6D4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9" y="2766053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spcBef>
                <a:spcPts val="0"/>
              </a:spcBef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1868809-41CE-4C5B-82ED-BD467510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1" y="2625392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E8D4EA63-72CC-4E69-880D-55F811E2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4" y="3207065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D30BDC6D-EABF-4206-A5EF-2777AF24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425859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EF3959ED-6795-468A-B051-E9C4191F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514225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15768144-F58C-4D49-9F37-64F82B9B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602134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7E5FDF55-1CE7-496B-9E80-CA7B62E3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198" y="558236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FA94AA2F-2418-4746-AAA5-E27BE9C4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4853" y="5142252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CC28954F-2943-4DF1-A4D9-002BDEB8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55" y="6021347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6632B3DB-2A27-4ADA-A33D-DDF31415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2" y="2766053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4A1F1671-8FC8-4716-A0A7-535AD484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6" y="3207065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7A6020E5-E480-41BD-9C35-5A806393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5" y="38183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3BD21330-45F5-41C2-825F-C4B80C51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5" y="4263033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3765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B10F89A3-3B71-4BF2-BF21-BEFCE531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5" y="470970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598A0702-DE30-42E3-A741-E3E01340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29" y="558236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0EF88AC4-6BF6-40CD-B514-00345A84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514225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617B8C35-FB09-4B12-AF6B-2407B5E6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602134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64405661-889F-46E0-B08E-0D40F603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6" y="2766053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C92D918-FB99-43E1-A9DB-1D389520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1" y="3207065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3C9C6C8B-752C-413E-9B56-FB65678B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9" y="38183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B44E1F7A-BD4A-4587-8D5B-DF033F2C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9" y="4263033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3765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32246348-9774-4687-B571-207F4C29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4718" y="470970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FD7189D2-E4C4-4E03-9D81-43C2BF47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0632" y="558236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E60A8D20-971A-468E-8F6F-0F9F4CA8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9285" y="5142252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856DD636-5C4C-4CC8-AB06-D1FA8AA7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2284" y="6021347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A832A378-B042-48C5-AC20-3296F8F4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60" y="2766053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A808180C-2FD4-412D-849C-821BA75E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5" y="3207065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7F7B4140-28D4-46D6-8198-9EDFCD9A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8" y="6459215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87658457-1C13-4256-999F-8D6D4ED2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8" y="6459215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5639FA3E-DBEA-48DB-B9DE-184AF32D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3086" y="6459215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C7B3C926-C87B-4096-AA9B-ADBB03DB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737" y="6459215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760A585F-8BC0-408B-9CA9-5BB19120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8566" y="6459215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516B33E2-2346-40ED-AE4E-E600B576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47640" y="6459215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2D8F162D-6BA9-421E-BDAA-FE8BE2359A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696cc14c642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xmlns:a="http://schemas.openxmlformats.org/drawingml/2006/main" algn="l" defTabSz="118681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681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270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3995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7085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0175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3900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58260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1350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4440" indent="-297180" algn="l" defTabSz="118681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6815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0540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4265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7355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1080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4170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47895" algn="l" defTabSz="118681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501FA2D-EB12-4523-9F99-7BE539CA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3503965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914400">
              <a:buNone/>
            </a:pPr>
            <a:r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Proprietary - Restricted Distribution</a:t>
            </a:r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55624E1-4496-4787-A135-49598E22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defTabSz="890905"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5D55D76B-DCE0-4D3A-A007-0E2ACD24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67976D9-75CA-4BB2-A675-609F1527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7" y="367416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defTabSz="914400">
              <a:buNone/>
            </a:pPr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B43B8A9A-034A-4F86-8609-E2B2DE3E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40B23EA3-83CD-4F01-9182-4E4EDBD2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470200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CC4EC4BD-09EB-421A-AEBE-9D888C5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7A519C67-B296-43D3-8116-2A9840C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CAA502C6-2B03-42CF-A47B-19C69D9A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201D552F-7D7B-4601-B145-F8710195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8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40DFD68-3EB7-424F-8766-7E7BC082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0" y="262538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defTabSz="914400">
              <a:buNone/>
            </a:pPr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BABB7671-12DB-4874-963B-23D27B2D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3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7A69D990-FB0D-49BC-BD0E-F742BBE4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425858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A0D25A62-08E8-4798-8441-6A4F09E0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F68DBFCD-830D-46EA-A991-033E1F32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2AAB4811-980C-4E8C-A309-6E1A3F26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197" y="558236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8AD33D15-7732-42EB-B1E1-21581251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4852" y="514224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CF5D5C2F-F075-4DF4-9300-D9E82258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54" y="602134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B0532043-0A7D-441F-BB0F-812765F4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1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A4E484E5-B8FD-46CB-9B52-A53161FB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5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739D1295-2BF2-44F4-9EE6-3AC17BD7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1DB3E826-6A20-4FC9-98D9-878BE69C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60E580E7-9E98-492E-9BDF-3D5BB92B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C78C2DF1-AE6E-41DE-A8BC-A33D07C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28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3E9D50A7-9CE6-412D-B0B4-5BC268B8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EC4D09EF-E6BC-45BC-A7B4-310173C2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4D109445-AE25-46F4-9D7A-530927BD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5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65CCCE7-E9BE-4472-BEED-74980D8B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0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7C101F0D-091F-4161-A781-B5C280A8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618EC3EC-00C5-44CF-90DE-85849390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455F3F64-EF80-4FF8-A24E-B40A2F11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4717" y="4709701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240C3F1F-CD22-480F-9C5D-997E3D5B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0631" y="558236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F96D3D52-7D7D-4EF7-AC27-FD5A448A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9284" y="514224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C39550C8-7854-413B-AA63-8861F290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2283" y="602134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BF0DD750-6001-44D9-9775-B8EA706D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59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3706CACB-A199-46E0-98B4-894731DF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4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0247048F-3AA1-47CC-99AC-7033B4E1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7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E96290EE-EA8A-4A00-B1CC-E4216DC4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7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6203D455-8D4D-45D9-ACE3-8CDB51A6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3085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FF11E3DE-1A3C-4A29-B8EC-C6C6CACD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736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ADD8ADE8-6F3B-4BC6-AFC6-2E7E669E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8565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381A6D42-8D17-45EC-A152-BC429286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47639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440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E7A79C58-6769-4073-83AD-358AF6116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1506968f846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badf409d9a6e4d47"/>
    <p:sldLayoutId xmlns:r="http://schemas.openxmlformats.org/officeDocument/2006/relationships" id="2147483667" r:id="R5e7f336ebfd14150"/>
    <p:sldLayoutId xmlns:r="http://schemas.openxmlformats.org/officeDocument/2006/relationships" id="2147483668" r:id="R2b489b57574f4834"/>
    <p:sldLayoutId xmlns:r="http://schemas.openxmlformats.org/officeDocument/2006/relationships" id="2147483669" r:id="R682281ca4b484d13"/>
    <p:sldLayoutId xmlns:r="http://schemas.openxmlformats.org/officeDocument/2006/relationships" id="2147483670" r:id="Rb91a8b02a40040d0"/>
    <p:sldLayoutId xmlns:r="http://schemas.openxmlformats.org/officeDocument/2006/relationships" id="2147483671" r:id="Rae56bcfaeab74053"/>
  </p:sldLayoutIdLst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F9D58B-1A68-4DF9-9772-04C56D03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70" y="6356939"/>
            <a:ext cx="1463467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913130">
              <a:spcBef>
                <a:spcPct val="0"/>
              </a:spcBef>
              <a:spcAft>
                <a:spcPct val="0"/>
              </a:spcAft>
              <a:buNone/>
            </a:pPr>
            <a:r>
              <a:rPr sz="900">
                <a:solidFill>
                  <a:srgbClr val="1D1D1B"/>
                </a:solidFill>
                <a:latin typeface="FrutigerNext LT Regular"/>
                <a:ea typeface="FrutigerNext LT Regular"/>
                <a:cs typeface="FrutigerNext LT Regular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9AC102D-5712-4946-B0DA-0565BFCB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4" y="6402812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defTabSz="889635">
              <a:spcBef>
                <a:spcPct val="0"/>
              </a:spcBef>
              <a:spcAft>
                <a:spcPct val="0"/>
              </a:spcAft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FrutigerNext LT Regular"/>
                <a:ea typeface="FrutigerNext LT Regular"/>
                <a:cs typeface="FrutigerNext LT Regular"/>
              </a:rPr>
              <a:t>‹#›</a:t>
            </a:fld>
            <a:endParaRPr sz="900">
              <a:solidFill>
                <a:srgbClr val="1D1D1B"/>
              </a:solidFill>
              <a:latin typeface="FrutigerNext LT Regular"/>
              <a:ea typeface="FrutigerNext LT Regular"/>
              <a:cs typeface="FrutigerNext LT Regular"/>
            </a:endParaRP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18824655-0645-4611-85ED-AE8FEBB5B0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630c3237040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fb2dbc53c0da47e4"/>
    <p:sldLayoutId xmlns:r="http://schemas.openxmlformats.org/officeDocument/2006/relationships" id="2147483674" r:id="Rb4a49295065f4e65"/>
  </p:sldLayoutIdLst>
  <p:hf hdr="0" ftr="0" dt="0"/>
  <p:txStyles>
    <p:titleStyle>
      <a:lvl1pPr xmlns:a="http://schemas.openxmlformats.org/drawingml/2006/main" algn="l" defTabSz="1186180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545" indent="-296545" algn="l" defTabSz="1186180">
        <a:lnSpc>
          <a:spcPct val="90000"/>
        </a:lnSpc>
        <a:spcBef>
          <a:spcPts val="1295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89635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311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2725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59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6450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69540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2630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55720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48810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1900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090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6180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79270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2995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6085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59175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2265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45355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2D5AAE0-92CB-4589-A3F4-0AEB68FF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FFFFFF"/>
                </a:solidFill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67477BE-488F-4CA8-BB98-D0A2A603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defTabSz="890905">
              <a:buNone/>
            </a:pPr>
            <a:fld id="{C3837181-38C6-AD4F-B8BA-B444770388BB}" type="slidenum">
              <a:rPr sz="900">
                <a:solidFill>
                  <a:srgbClr val="FFFFFF"/>
                </a:solidFill>
              </a:rPr>
              <a:t>‹#›</a:t>
            </a:fld>
            <a:endParaRPr sz="900">
              <a:solidFill>
                <a:srgbClr val="FFFFFF"/>
              </a:solidFill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3D5F9901-35B6-48B6-AF01-705BD514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3820435-B4C0-4869-8367-65502D7F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8" y="367416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52F33617-1089-4EA6-9667-36A24FA9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1409739F-D9F4-49A5-8B9C-4845AFC1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470200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75434C8C-CE1E-4291-B1F3-F59B78DB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51C2097C-4EA2-4336-B333-EF9FFD52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77326E38-FC0B-45D1-AB3B-81FE76DB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4E85930B-3328-43BE-9F2A-A6B375E7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9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F24C940-1139-4F8D-B58D-8BD5AFD1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1" y="262538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D6BE45F0-E4C4-4741-9815-DC6223F6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4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FED0658F-898B-4F24-AC8A-D2BC3594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425858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DED65CAD-E617-4F5A-86C3-91F99777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003A624B-97FD-4B64-844B-351EAF1D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7C362BAF-0BDD-4C0C-89E1-14ACC01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2195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36898D69-746C-4738-876D-43FA615C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AEFC47C4-F967-45FC-B2E4-9AC2BB0B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AA0651B9-A87D-4CD0-9680-B6EB2A78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2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CE9516D3-0F82-4625-AD1F-E939FE10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6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4628FD8A-084F-4BD2-A69E-45E1E129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DA1DABFC-0DE4-41FF-80EC-E3E3EE24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9516DE26-7DB5-4EC8-BA69-FA015A0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E4D5F680-66A0-4997-BEC2-E8D9FFDE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30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CAFE101A-EA54-4509-83ED-26B01820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712F708F-E2F2-4106-8A02-D6B7BC45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88BEE741-B660-4FFA-85AD-3EFF92EA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7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4346E38-4DA1-4FFE-A0A0-CE0777A7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1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B14C6B3C-2190-4923-88D0-4CA4586B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91714FB2-4173-4885-A4A5-A403AC98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C9308F45-D224-4BC2-A8FE-0500161D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A752DA6F-9ECF-442E-B189-CF70AE5D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7634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B62DDE6B-2168-4B83-9EA3-7EE1289B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0A86EB88-F996-4710-A6BC-D135DD10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</a:t>
            </a:r>
            <a:br>
              <a:rPr sz="500" b="1">
                <a:solidFill>
                  <a:srgbClr val="595757"/>
                </a:solidFill>
              </a:rPr>
            </a:br>
            <a:r>
              <a:rPr sz="500" b="1">
                <a:solidFill>
                  <a:srgbClr val="595757"/>
                </a:solidFill>
              </a:rPr>
              <a:t>190/23/238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13EF5D62-F04A-48DC-A590-1DFA706B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61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487D3529-2698-47C5-997C-8908F918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6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93095058-B805-46A0-8794-553BF6AF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8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BF8C6F35-8362-4689-A73E-D0827ADC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8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C1CCC9D4-8083-4C49-9472-5229302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6084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137/137/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6607F935-6C1F-4505-8DB3-059B33B4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739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181/181/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A288815E-C73E-4F24-93C6-581BE636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2571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221/221/</a:t>
            </a:r>
            <a:br>
              <a:rPr sz="500" b="1">
                <a:solidFill>
                  <a:srgbClr val="595757"/>
                </a:solidFill>
              </a:rPr>
            </a:br>
            <a:r>
              <a:rPr sz="500" b="1">
                <a:solidFill>
                  <a:srgbClr val="595757"/>
                </a:solidFill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2577BFDE-B325-4D55-89D7-950F937C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38646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255/255/</a:t>
            </a:r>
            <a:br>
              <a:rPr sz="500" b="1">
                <a:solidFill>
                  <a:srgbClr val="595757"/>
                </a:solidFill>
              </a:rPr>
            </a:br>
            <a:r>
              <a:rPr sz="500" b="1">
                <a:solidFill>
                  <a:srgbClr val="595757"/>
                </a:solidFill>
              </a:rPr>
              <a:t>255</a:t>
            </a:r>
          </a:p>
        </p:txBody>
      </p:sp>
      <p:pic>
        <p:nvPicPr>
          <p:cNvPr id="46" name="图片 45">
            <a:extLst xmlns:a="http://schemas.openxmlformats.org/drawingml/2006/main">
              <a:ext uri="{FF2B5EF4-FFF2-40B4-BE49-F238E27FC236}">
                <a16:creationId xmlns:a16="http://schemas.microsoft.com/office/drawing/2014/main" id="{E0905597-9869-405E-88DC-EB23A83909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6e487f27740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18082" y="6250494"/>
            <a:ext cx="1390166" cy="41247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3e600a6aa9e246e8"/>
    <p:sldLayoutId xmlns:r="http://schemas.openxmlformats.org/officeDocument/2006/relationships" id="2147483678" r:id="R256bbd71a741421d"/>
    <p:sldLayoutId xmlns:r="http://schemas.openxmlformats.org/officeDocument/2006/relationships" id="2147483679" r:id="R892a4434487340ac"/>
    <p:sldLayoutId xmlns:r="http://schemas.openxmlformats.org/officeDocument/2006/relationships" id="2147483680" r:id="R531e13c0d89e48bb"/>
    <p:sldLayoutId xmlns:r="http://schemas.openxmlformats.org/officeDocument/2006/relationships" id="2147483681" r:id="Rffc3912ef71a41d5"/>
    <p:sldLayoutId xmlns:r="http://schemas.openxmlformats.org/officeDocument/2006/relationships" id="2147483682" r:id="R5329f308ebed4dab"/>
    <p:sldLayoutId xmlns:r="http://schemas.openxmlformats.org/officeDocument/2006/relationships" id="2147483683" r:id="Rd17f071c76554a53"/>
    <p:sldLayoutId xmlns:r="http://schemas.openxmlformats.org/officeDocument/2006/relationships" id="2147483684" r:id="R366de6600e524f78"/>
    <p:sldLayoutId xmlns:r="http://schemas.openxmlformats.org/officeDocument/2006/relationships" id="2147483685" r:id="R1545c884ba114610"/>
    <p:sldLayoutId xmlns:r="http://schemas.openxmlformats.org/officeDocument/2006/relationships" id="2147483686" r:id="R1207da4e7e954aa2"/>
    <p:sldLayoutId xmlns:r="http://schemas.openxmlformats.org/officeDocument/2006/relationships" id="2147483687" r:id="R10c27b58ddc94226"/>
    <p:sldLayoutId xmlns:r="http://schemas.openxmlformats.org/officeDocument/2006/relationships" id="2147483688" r:id="R7297085081a048b8"/>
    <p:sldLayoutId xmlns:r="http://schemas.openxmlformats.org/officeDocument/2006/relationships" id="2147483689" r:id="R47815095bf1d4745"/>
    <p:sldLayoutId xmlns:r="http://schemas.openxmlformats.org/officeDocument/2006/relationships" id="2147483690" r:id="Ra37dde8393fa4ff9"/>
    <p:sldLayoutId xmlns:r="http://schemas.openxmlformats.org/officeDocument/2006/relationships" id="2147483691" r:id="R5977a2c6823a45ee"/>
  </p:sldLayoutIdLst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545E144-7334-4A85-ACD5-460458CC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72" y="6356939"/>
            <a:ext cx="3503965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913130">
              <a:buNone/>
            </a:pPr>
            <a:r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Proprietary - Restricted Distribution</a:t>
            </a:r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33C2077-FF4F-4E45-8321-C623CECC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6" y="6402816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defTabSz="889000"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8B7C77B8-F512-4F72-9115-E7D8909F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3818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25FDE9D-46E6-4408-A533-841EEDF0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7" y="367417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defTabSz="913130">
              <a:buNone/>
            </a:pPr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D6ADB006-2292-4ACE-87CB-A25CC744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3818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FBA820DE-57E3-40BC-8296-58A3233C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470201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AF1B99ED-0107-4839-8E13-78E8EF40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26304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CCFA4735-2F98-4316-8649-6214AD11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558237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81E7BBD3-AEA2-4AC3-B6CE-DBDC3B09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70971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F2FBFF38-5827-45E7-A174-E89B4E3A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8" y="276606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140D604-1EF3-4DD5-AF96-282CF878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0" y="262539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defTabSz="913130">
              <a:buNone/>
            </a:pPr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EBC2C58B-DD55-4841-9270-E348A4DE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3" y="320707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479BE364-8D58-4C30-90F3-719E8608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425859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E7EE070B-7B93-4AF8-B534-AE8A8A50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514225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EB17F6B7-3C9E-4591-ACA4-8F97ADF2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602135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9A620398-3E01-47D7-A2AA-D0A00A4E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197" y="558237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8C313759-CB72-4D27-ACF3-1ED1E5EA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4852" y="514225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8557BB-CB61-409E-BD9D-0248F3AF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54" y="602135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84F9CB57-8F23-40B5-A3FA-378E96F1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1" y="276606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855D9F7E-0896-4B79-BAA2-50F7FE15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5" y="320707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53CEEA04-E888-4478-BD51-0B9BCD28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3818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3396331E-3683-47A1-9359-FAD4AD63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26304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874792EC-2367-4DC0-AA89-F23A4AC6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70971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5FBFAA50-7A81-4B15-9AB3-84BD5492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28" y="558237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E1B6F1F3-33BF-4395-8437-2DF299A3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514225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37626320-3C5D-4435-B5DF-9CD18DB4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602135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44A95570-7372-4113-965C-D21B855B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5" y="276606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BA562BE-DD0A-4C65-83DA-338050BE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0" y="320707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EFECB48B-5714-4FE0-B460-7032A70B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3818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A0FCCFA3-E35E-445C-899B-7CE584C6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426304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F5F7A35A-2BE1-40CD-85CD-305AC2A7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4717" y="4709711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69CEDDDE-8402-449C-9814-5ED874AF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0631" y="558237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37C03264-C26D-462A-BFDA-4AA187C2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9284" y="514225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D5527594-2516-46C5-85ED-AD817CC2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2283" y="602135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A9B1FC32-DA0A-458D-8EF0-ACE772A9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59" y="276606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768BC909-AC9F-4409-84D4-BCEB7D07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4" y="320707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478032DE-BEB5-4AD6-A6A6-09CE8EC2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7" y="645922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70E4D38D-84B1-4B4A-8F4E-7F7469D8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7" y="645922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935EC188-A0D8-4083-B3EE-41FC38AF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3085" y="645922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B430CC09-CBC9-4AAC-9655-6C357C06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736" y="645922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AB6699E8-19B2-41D0-B21B-65D5BA6A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8565" y="645922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2EF2C762-165E-4B25-ACA1-5DF7D182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47639" y="645922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1F8AE594-8DD2-49D4-BE11-8490AB691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8220308164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3" r:id="R7e48e9eec2014a6b"/>
  </p:sldLayoutIdLst>
  <p:hf hdr="0" ftr="0" dt="0"/>
  <p:txStyles>
    <p:titleStyle>
      <a:lvl1pPr xmlns:a="http://schemas.openxmlformats.org/drawingml/2006/main" algn="l" defTabSz="1185545">
        <a:lnSpc>
          <a:spcPct val="90000"/>
        </a:lnSpc>
        <a:spcBef>
          <a:spcPct val="0"/>
        </a:spcBef>
        <a:buNone/>
        <a:defRPr sz="570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545" indent="-296545" algn="l" defTabSz="1185545">
        <a:lnSpc>
          <a:spcPct val="90000"/>
        </a:lnSpc>
        <a:spcBef>
          <a:spcPts val="1295"/>
        </a:spcBef>
        <a:buFont typeface="Arial"/>
        <a:buChar char="•"/>
        <a:defRPr sz="363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89000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311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2090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59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4545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67000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0090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52545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45635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38090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2455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5545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78000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1090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3545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56000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49090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41545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4BDABAE-5111-430E-A4F5-0CD4F604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71" y="6356939"/>
            <a:ext cx="1463467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913130">
              <a:buNone/>
            </a:pPr>
            <a:r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E9EC946-B8F2-4B62-91CF-2213AA15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74" y="6402814"/>
            <a:ext cx="629157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defTabSz="889635">
              <a:buNone/>
            </a:pPr>
            <a:r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Page </a:t>
            </a: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r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/21</a:t>
            </a: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B9206DCE-1EDE-43AE-BD0A-EA55CA50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381835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61E9972-063E-4F58-B1B9-A584BDCF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8" y="3674170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defTabSz="913130">
              <a:buNone/>
            </a:pPr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5BD95B5D-FB38-4743-8E62-38838A8A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381835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7164A34B-F122-4087-A797-F679DA92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4702015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9A3356CE-920E-4A9B-A979-4EB9A736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26303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D183A006-E170-4F6A-9E93-4212BD60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558237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23AB41BD-60CB-4CCD-8D97-8678FC48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70970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0F2E875D-E333-46ED-ACF2-CC7DFB05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9" y="276605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BFEA651-DFB0-46A6-823B-F293EBB6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1" y="2625397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defTabSz="913130">
              <a:buNone/>
            </a:pPr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4DAC49DF-C24B-405B-8C01-1796F068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4" y="320707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948A171F-9E58-4012-BFB6-DA8A40DF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4258595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923051B7-016C-4FBC-A185-DBC76AA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514225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B2EB7408-36FC-4EC4-B864-E727680B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602135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C05C2F1D-6483-4D5D-8747-07010B65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2195" y="558237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EA7AE4C2-7A8D-4B71-A73A-1CAE1768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514225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A6600B23-CF12-4F6E-8452-BF80E2E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602135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E25DDD8E-6ACE-48EA-A640-36727C45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2" y="276605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92CFCFB3-2DC3-4349-B39D-820F7C47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6" y="320707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475B5005-4261-4338-BF95-CAE34693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381835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C260FBEE-BB10-4A58-B29C-B1751C58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26303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5FC7EEFC-3A7D-47F1-8C52-A801AF9F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70970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13DBB75E-E8C6-41CC-89AD-B381129A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30" y="558237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F4F71739-5891-45AF-BC74-FE942780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514225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FF0FC4D9-57AA-403E-B767-4CBED974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602135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42FCA3F1-E12B-4DD2-953D-44FE43F2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7" y="276605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5E80BBB-BC02-404C-ADC1-5772D73A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1" y="320707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8C4893AF-1B6C-4A41-B7FF-A754B0CB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381835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E32AF383-2B04-4C9E-8C80-1DD0158E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26303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4BFB3D76-6D65-4C83-95FB-BD87CC2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70970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151FD06A-B1F8-4E04-B94A-304E5B4E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7634" y="558237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DEE25938-850B-46AB-9A5D-FECB54B0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514225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65E1C4A1-B3B0-4C1A-8031-DC6A3A33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602135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8D50718E-64FA-4823-8538-F5F9EC43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61" y="276605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5226C7C0-C10F-46C6-93A9-5222D2EA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6" y="320707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EA366DDB-0BCA-4170-A062-8DC100DE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8" y="6459220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35/24/21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975573E6-16B9-4F70-9032-3E4CABC3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8" y="6459220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EC4AFD7E-18E5-4E73-B4D7-77E693E5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6084" y="6459220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9F2C2F3C-F8E9-4954-B0F7-A13BFAA1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739" y="6459220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9E0A56DA-B23F-4597-B727-4C9FEA7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2571" y="6459220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C8616D7A-9558-4EDD-9250-96788BEA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38646" y="6459220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3130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CE21FF8A-57D1-4618-9F40-84742CA63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08b330a8448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xmlns:a="http://schemas.openxmlformats.org/drawingml/2006/main" algn="l" defTabSz="1186180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545" indent="-296545" algn="l" defTabSz="1186180">
        <a:lnSpc>
          <a:spcPct val="90000"/>
        </a:lnSpc>
        <a:spcBef>
          <a:spcPts val="1295"/>
        </a:spcBef>
        <a:buFont typeface="Arial"/>
        <a:buChar char="•"/>
        <a:defRPr sz="363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89635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311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2090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59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5180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68270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1360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54450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46905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39995" indent="-296545" algn="l" defTabSz="1186180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090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6180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78635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1725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4815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57905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0360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43450" algn="l" defTabSz="1186180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F87FC9C-B80A-42E0-902B-A7C68FD0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73" y="6356939"/>
            <a:ext cx="1463467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912495">
              <a:buNone/>
            </a:pPr>
            <a:r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DE2204D-4172-4A8B-9304-44595D0B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76" y="6402818"/>
            <a:ext cx="629157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defTabSz="889000">
              <a:buNone/>
            </a:pPr>
            <a:r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Page </a:t>
            </a: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r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/21</a:t>
            </a: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BB53AE6A-FF95-4D55-80A5-288147B9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381835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ABEA7BD-9595-407E-8467-455AB19A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8" y="3674174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defTabSz="912495">
              <a:buNone/>
            </a:pPr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5877D590-C2F7-4858-A68A-FD1AB981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381835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536081A5-909C-4F93-BD4A-4CCC98A3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470201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4B53CEF7-72A0-4B32-AC1D-A8E978FB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26304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2EEF7592-78DD-4E0B-AF27-789DACB8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558237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CFAF0CC8-33CF-43F7-8455-3994E2F8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709713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CB9CDA2A-C1CF-441F-89F8-80DE8707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9" y="2766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9B7267E-DB25-4DC2-A22A-42FBDBE6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1" y="2625401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defTabSz="912495">
              <a:buNone/>
            </a:pPr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AE3D0E20-E894-4E80-B6BC-7C574265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4" y="320707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F35CF744-A99E-4B11-9925-6E985F04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425859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DE804B7D-1334-4331-884F-94A2FB1B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514226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78EA1953-F31C-4EBB-9443-28251870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6021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F83BC3D5-75CF-49B6-BADE-2E5D42A4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2195" y="558237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3209B4F4-F5B4-4A77-8F29-17103C50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514226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A51B796D-B445-4A82-B7C1-4BDB5809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6021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EC5C9C27-E9B4-4959-8DF1-50CA9408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2" y="2766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FB35E3F4-49AB-46A7-A5EC-C219080C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6" y="320707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0B96F035-BD6B-420C-8F1D-D8CD5427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381835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C7CC3668-866A-4037-8843-9E15EBAF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26304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76B2098F-262A-4526-A0A5-E52C3B07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709713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30EE23B9-6753-41BB-890C-B3B911A4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30" y="558237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82CB431D-C24A-47D0-B6D9-7B7F2B8F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514226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018DBC1F-34AC-4857-A38D-BCEBD089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6021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14479846-94CA-4B5F-A07B-428614F7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7" y="2766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575201D-C3A7-4068-A09B-BAD60A24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1" y="320707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58EC0791-1CC6-4A2C-AA71-64BAE23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381835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F9AFA628-DCCF-465B-9472-A35282EA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26304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55827C6B-A4CF-4A76-AE89-4FD971FC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709713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21295860-00DA-4CED-A6F9-6B04D3AB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7634" y="5582378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3B41D18F-FC90-49A5-BC7D-1464D2A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514226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1D4143A7-44A9-4CA2-9CF5-39C62767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6021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606EDD71-0BE5-42E0-AE56-AD113324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61" y="2766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0AB7D10E-218E-493D-892F-89C97345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6" y="320707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5D244333-7BB8-474E-93ED-ECFBDD84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8" y="6459224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35/24/21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5889E9CC-3A58-4751-A6D1-F7EFCF8C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8" y="6459224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1FD10837-5D93-4173-9988-966E1958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6084" y="6459224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4ECB8490-24FE-4486-917F-3EAA6A93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739" y="6459224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89ACF23C-BBF9-4834-9FEC-916F670D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2571" y="6459224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F248C006-672C-4DE5-843E-FF92C48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38646" y="6459224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F17E68B1-9F20-48AD-AAFA-CB05D3009D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b5dc418824b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6" r:id="R912af47f06e04456"/>
  </p:sldLayoutIdLst>
  <p:hf hdr="0" ftr="0" dt="0"/>
  <p:txStyles>
    <p:titleStyle>
      <a:lvl1pPr xmlns:a="http://schemas.openxmlformats.org/drawingml/2006/main" algn="l" defTabSz="1184910">
        <a:lnSpc>
          <a:spcPct val="90000"/>
        </a:lnSpc>
        <a:spcBef>
          <a:spcPct val="0"/>
        </a:spcBef>
        <a:buNone/>
        <a:defRPr sz="570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545" indent="-296545" algn="l" defTabSz="1184910">
        <a:lnSpc>
          <a:spcPct val="90000"/>
        </a:lnSpc>
        <a:spcBef>
          <a:spcPts val="1295"/>
        </a:spcBef>
        <a:buFont typeface="Arial"/>
        <a:buChar char="•"/>
        <a:defRPr sz="363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89000" indent="-296545" algn="l" defTabSz="1184910">
        <a:lnSpc>
          <a:spcPct val="90000"/>
        </a:lnSpc>
        <a:spcBef>
          <a:spcPts val="650"/>
        </a:spcBef>
        <a:buFont typeface="Arial"/>
        <a:buChar char="•"/>
        <a:defRPr sz="311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1455" indent="-296545" algn="l" defTabSz="1184910">
        <a:lnSpc>
          <a:spcPct val="90000"/>
        </a:lnSpc>
        <a:spcBef>
          <a:spcPts val="650"/>
        </a:spcBef>
        <a:buFont typeface="Arial"/>
        <a:buChar char="•"/>
        <a:defRPr sz="259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3910" indent="-296545" algn="l" defTabSz="1184910">
        <a:lnSpc>
          <a:spcPct val="90000"/>
        </a:lnSpc>
        <a:spcBef>
          <a:spcPts val="650"/>
        </a:spcBef>
        <a:buFont typeface="Arial"/>
        <a:buChar char="•"/>
        <a:defRPr sz="233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66365" indent="-296545" algn="l" defTabSz="1184910">
        <a:lnSpc>
          <a:spcPct val="90000"/>
        </a:lnSpc>
        <a:spcBef>
          <a:spcPts val="650"/>
        </a:spcBef>
        <a:buFont typeface="Arial"/>
        <a:buChar char="•"/>
        <a:defRPr sz="233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58820" indent="-296545" algn="l" defTabSz="1184910">
        <a:lnSpc>
          <a:spcPct val="90000"/>
        </a:lnSpc>
        <a:spcBef>
          <a:spcPts val="650"/>
        </a:spcBef>
        <a:buFont typeface="Arial"/>
        <a:buChar char="•"/>
        <a:defRPr sz="233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51275" indent="-296545" algn="l" defTabSz="1184910">
        <a:lnSpc>
          <a:spcPct val="90000"/>
        </a:lnSpc>
        <a:spcBef>
          <a:spcPts val="650"/>
        </a:spcBef>
        <a:buFont typeface="Arial"/>
        <a:buChar char="•"/>
        <a:defRPr sz="233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43730" indent="-296545" algn="l" defTabSz="1184910">
        <a:lnSpc>
          <a:spcPct val="90000"/>
        </a:lnSpc>
        <a:spcBef>
          <a:spcPts val="650"/>
        </a:spcBef>
        <a:buFont typeface="Arial"/>
        <a:buChar char="•"/>
        <a:defRPr sz="233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36185" indent="-296545" algn="l" defTabSz="1184910">
        <a:lnSpc>
          <a:spcPct val="90000"/>
        </a:lnSpc>
        <a:spcBef>
          <a:spcPts val="650"/>
        </a:spcBef>
        <a:buFont typeface="Arial"/>
        <a:buChar char="•"/>
        <a:defRPr sz="233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4910">
        <a:buNone/>
        <a:defRPr sz="233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2455" algn="l" defTabSz="1184910">
        <a:buNone/>
        <a:defRPr sz="233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4910" algn="l" defTabSz="1184910">
        <a:buNone/>
        <a:defRPr sz="233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77365" algn="l" defTabSz="1184910">
        <a:buNone/>
        <a:defRPr sz="233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69820" algn="l" defTabSz="1184910">
        <a:buNone/>
        <a:defRPr sz="233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2275" algn="l" defTabSz="1184910">
        <a:buNone/>
        <a:defRPr sz="233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54730" algn="l" defTabSz="1184910">
        <a:buNone/>
        <a:defRPr sz="233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47185" algn="l" defTabSz="1184910">
        <a:buNone/>
        <a:defRPr sz="233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39640" algn="l" defTabSz="1184910">
        <a:buNone/>
        <a:defRPr sz="233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A2DCB8-65DA-4AB2-A35E-9ECF7CAF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42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75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03E8DE8-BC72-4CCA-8AF8-D176C49D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50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defTabSz="890905">
              <a:buNone/>
            </a:pPr>
            <a:fld id="{C3837181-38C6-AD4F-B8BA-B444770388BB}" type="slidenum">
              <a:rPr sz="975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75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" name="图片 40">
            <a:extLst xmlns:a="http://schemas.openxmlformats.org/drawingml/2006/main">
              <a:ext uri="{FF2B5EF4-FFF2-40B4-BE49-F238E27FC236}">
                <a16:creationId xmlns:a16="http://schemas.microsoft.com/office/drawing/2014/main" id="{02449AEB-926D-4D8D-891C-FF1CE526E7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2d2232f4744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999" y="6319870"/>
            <a:ext cx="1269075" cy="271153"/>
          </a:xfrm>
          <a:prstGeom xmlns:a="http://schemas.openxmlformats.org/drawingml/2006/main" prst="rect">
            <a:avLst/>
          </a:prstGeom>
        </p:spPr>
      </p:pic>
      <p:sp>
        <p:nvSpPr>
          <p:cNvPr id="44" name="矩形 5">
            <a:extLst xmlns:a="http://schemas.openxmlformats.org/drawingml/2006/main">
              <a:ext uri="{FF2B5EF4-FFF2-40B4-BE49-F238E27FC236}">
                <a16:creationId xmlns:a16="http://schemas.microsoft.com/office/drawing/2014/main" id="{6C96E425-4884-4D20-82FD-57CE1BAD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186C</a:t>
            </a:r>
          </a:p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200/16/46</a:t>
            </a:r>
          </a:p>
        </p:txBody>
      </p:sp>
      <p:sp>
        <p:nvSpPr>
          <p:cNvPr id="45" name="矩形 9">
            <a:extLst xmlns:a="http://schemas.openxmlformats.org/drawingml/2006/main">
              <a:ext uri="{FF2B5EF4-FFF2-40B4-BE49-F238E27FC236}">
                <a16:creationId xmlns:a16="http://schemas.microsoft.com/office/drawing/2014/main" id="{CF1B8F8F-D510-451E-994E-35A8718E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185C</a:t>
            </a:r>
          </a:p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199/0/11</a:t>
            </a:r>
          </a:p>
        </p:txBody>
      </p:sp>
      <p:sp>
        <p:nvSpPr>
          <p:cNvPr id="46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0E956F50-B1C1-44E9-B53A-D348D809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26898" y="2931937"/>
            <a:ext cx="384721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品牌色</a:t>
            </a:r>
          </a:p>
        </p:txBody>
      </p:sp>
      <p:sp>
        <p:nvSpPr>
          <p:cNvPr id="28" name="矩形 12">
            <a:extLst xmlns:a="http://schemas.openxmlformats.org/drawingml/2006/main">
              <a:ext uri="{FF2B5EF4-FFF2-40B4-BE49-F238E27FC236}">
                <a16:creationId xmlns:a16="http://schemas.microsoft.com/office/drawing/2014/main" id="{2191EFB9-24E8-478B-B06E-A5C732F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A4F"/>
          </a:solidFill>
          <a:ln xmlns:a="http://schemas.openxmlformats.org/drawingml/2006/main">
            <a:solidFill>
              <a:srgbClr val="EA5A4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234/90/79</a:t>
            </a:r>
          </a:p>
        </p:txBody>
      </p:sp>
      <p:sp>
        <p:nvSpPr>
          <p:cNvPr id="29" name="矩形 13">
            <a:extLst xmlns:a="http://schemas.openxmlformats.org/drawingml/2006/main">
              <a:ext uri="{FF2B5EF4-FFF2-40B4-BE49-F238E27FC236}">
                <a16:creationId xmlns:a16="http://schemas.microsoft.com/office/drawing/2014/main" id="{38677A00-D937-48A0-8A3B-DFC73B54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120/0/15</a:t>
            </a:r>
          </a:p>
        </p:txBody>
      </p:sp>
      <p:sp>
        <p:nvSpPr>
          <p:cNvPr id="3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71BCB45-927F-4141-816F-03DA66AA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6278" y="3631294"/>
            <a:ext cx="569387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辅助色</a:t>
            </a:r>
          </a:p>
        </p:txBody>
      </p:sp>
      <p:sp>
        <p:nvSpPr>
          <p:cNvPr id="31" name="矩形 16">
            <a:extLst xmlns:a="http://schemas.openxmlformats.org/drawingml/2006/main">
              <a:ext uri="{FF2B5EF4-FFF2-40B4-BE49-F238E27FC236}">
                <a16:creationId xmlns:a16="http://schemas.microsoft.com/office/drawing/2014/main" id="{34BC47DE-B3C4-462C-A816-B9B2CFDA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248/181/60</a:t>
            </a:r>
          </a:p>
        </p:txBody>
      </p:sp>
      <p:sp>
        <p:nvSpPr>
          <p:cNvPr id="32" name="矩形 17">
            <a:extLst xmlns:a="http://schemas.openxmlformats.org/drawingml/2006/main">
              <a:ext uri="{FF2B5EF4-FFF2-40B4-BE49-F238E27FC236}">
                <a16:creationId xmlns:a16="http://schemas.microsoft.com/office/drawing/2014/main" id="{5FA210DD-31F2-4322-B509-44FB7402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235/92/1</a:t>
            </a:r>
          </a:p>
        </p:txBody>
      </p:sp>
      <p:sp>
        <p:nvSpPr>
          <p:cNvPr id="33" name="矩形 18">
            <a:extLst xmlns:a="http://schemas.openxmlformats.org/drawingml/2006/main">
              <a:ext uri="{FF2B5EF4-FFF2-40B4-BE49-F238E27FC236}">
                <a16:creationId xmlns:a16="http://schemas.microsoft.com/office/drawing/2014/main" id="{1129C44F-D6AF-4745-B84E-F9B99552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137/137/137</a:t>
            </a:r>
          </a:p>
        </p:txBody>
      </p:sp>
      <p:sp>
        <p:nvSpPr>
          <p:cNvPr id="34" name="矩形 19">
            <a:extLst xmlns:a="http://schemas.openxmlformats.org/drawingml/2006/main">
              <a:ext uri="{FF2B5EF4-FFF2-40B4-BE49-F238E27FC236}">
                <a16:creationId xmlns:a16="http://schemas.microsoft.com/office/drawing/2014/main" id="{4F8D2A26-B381-452A-AF4B-E6120365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35/24/21</a:t>
            </a:r>
          </a:p>
        </p:txBody>
      </p:sp>
      <p:sp>
        <p:nvSpPr>
          <p:cNvPr id="35" name="矩形 22">
            <a:extLst xmlns:a="http://schemas.openxmlformats.org/drawingml/2006/main">
              <a:ext uri="{FF2B5EF4-FFF2-40B4-BE49-F238E27FC236}">
                <a16:creationId xmlns:a16="http://schemas.microsoft.com/office/drawing/2014/main" id="{739E1EC1-B5A0-40D8-88F3-80E8B4B2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RGB 221/221/221</a:t>
            </a:r>
          </a:p>
        </p:txBody>
      </p:sp>
      <p:sp>
        <p:nvSpPr>
          <p:cNvPr id="36" name="矩形 12">
            <a:extLst xmlns:a="http://schemas.openxmlformats.org/drawingml/2006/main">
              <a:ext uri="{FF2B5EF4-FFF2-40B4-BE49-F238E27FC236}">
                <a16:creationId xmlns:a16="http://schemas.microsoft.com/office/drawing/2014/main" id="{5F426F40-E4E5-4615-AE03-B78E53AA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C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233/140/128</a:t>
            </a:r>
          </a:p>
        </p:txBody>
      </p:sp>
      <p:sp>
        <p:nvSpPr>
          <p:cNvPr id="37" name="矩形 13">
            <a:extLst xmlns:a="http://schemas.openxmlformats.org/drawingml/2006/main">
              <a:ext uri="{FF2B5EF4-FFF2-40B4-BE49-F238E27FC236}">
                <a16:creationId xmlns:a16="http://schemas.microsoft.com/office/drawing/2014/main" id="{C15DCFF7-74EF-4D0D-BBB7-CA3C1683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2126"/>
          </a:solidFill>
          <a:ln xmlns:a="http://schemas.openxmlformats.org/drawingml/2006/main">
            <a:solidFill>
              <a:srgbClr val="9F000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159/0/1</a:t>
            </a:r>
          </a:p>
        </p:txBody>
      </p:sp>
      <p:sp>
        <p:nvSpPr>
          <p:cNvPr id="38" name="矩形 16">
            <a:extLst xmlns:a="http://schemas.openxmlformats.org/drawingml/2006/main">
              <a:ext uri="{FF2B5EF4-FFF2-40B4-BE49-F238E27FC236}">
                <a16:creationId xmlns:a16="http://schemas.microsoft.com/office/drawing/2014/main" id="{57FE75DB-B215-49C7-9ECE-E85CDF1D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RGB 245/220/87</a:t>
            </a:r>
          </a:p>
        </p:txBody>
      </p:sp>
      <p:sp>
        <p:nvSpPr>
          <p:cNvPr id="39" name="矩形 17">
            <a:extLst xmlns:a="http://schemas.openxmlformats.org/drawingml/2006/main">
              <a:ext uri="{FF2B5EF4-FFF2-40B4-BE49-F238E27FC236}">
                <a16:creationId xmlns:a16="http://schemas.microsoft.com/office/drawing/2014/main" id="{9A1CC41F-8F78-4CEB-BA97-0F31200A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240/133/0</a:t>
            </a:r>
          </a:p>
        </p:txBody>
      </p:sp>
      <p:sp>
        <p:nvSpPr>
          <p:cNvPr id="40" name="矩形 18">
            <a:extLst xmlns:a="http://schemas.openxmlformats.org/drawingml/2006/main">
              <a:ext uri="{FF2B5EF4-FFF2-40B4-BE49-F238E27FC236}">
                <a16:creationId xmlns:a16="http://schemas.microsoft.com/office/drawing/2014/main" id="{95259359-1175-4B81-9493-70D2E8C8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181/181/181</a:t>
            </a:r>
          </a:p>
        </p:txBody>
      </p:sp>
      <p:sp>
        <p:nvSpPr>
          <p:cNvPr id="42" name="矩形 19">
            <a:extLst xmlns:a="http://schemas.openxmlformats.org/drawingml/2006/main">
              <a:ext uri="{FF2B5EF4-FFF2-40B4-BE49-F238E27FC236}">
                <a16:creationId xmlns:a16="http://schemas.microsoft.com/office/drawing/2014/main" id="{5935771F-F8C9-4279-B4A7-042D52FA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89/87/87</a:t>
            </a:r>
          </a:p>
        </p:txBody>
      </p:sp>
      <p:sp>
        <p:nvSpPr>
          <p:cNvPr id="43" name="矩形 22">
            <a:extLst xmlns:a="http://schemas.openxmlformats.org/drawingml/2006/main">
              <a:ext uri="{FF2B5EF4-FFF2-40B4-BE49-F238E27FC236}">
                <a16:creationId xmlns:a16="http://schemas.microsoft.com/office/drawing/2014/main" id="{48A2F119-9310-4953-8F68-6447D839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chemeClr val="bg1">
                <a:lumMod val="10000"/>
                <a:lumOff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RGB 255/255/255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8" r:id="R954922e5f1f54b71"/>
    <p:sldLayoutId xmlns:r="http://schemas.openxmlformats.org/officeDocument/2006/relationships" id="2147483699" r:id="R20d9f1c82878483a"/>
    <p:sldLayoutId xmlns:r="http://schemas.openxmlformats.org/officeDocument/2006/relationships" id="2147483700" r:id="R8e0d3751aecb40c1"/>
    <p:sldLayoutId xmlns:r="http://schemas.openxmlformats.org/officeDocument/2006/relationships" id="2147483701" r:id="R5a4d9787a3144177"/>
  </p:sldLayoutIdLst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28F29C9-2FDE-4AA0-A280-47A76C17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3503965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 b="0" baseline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Proprietary - Restricted Distribution</a:t>
            </a:r>
            <a:endParaRPr sz="900" b="0" kern="1200" baseline="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700119-0ED6-48C3-BD0E-BD817FF5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9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CAB9B600-68C9-49E3-A27D-DBD61E70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C877D7C-C048-4EA0-A49F-122C0313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7" y="367416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00549E30-788D-451C-9024-687A359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C9356FFF-A837-450F-BB94-6899335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470200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4D510D27-2BCB-4D37-B39C-F91EBE88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BA8C1AE4-67FA-4F2C-A314-1B1FC841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2C8A2D33-2B43-4378-8441-A4B31013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CD7EBAE2-82C4-4C49-A036-A3987D0B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8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spcBef>
                <a:spcPts val="0"/>
              </a:spcBef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06D3FB3-FCB6-4199-ABBB-2EC96F8C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0" y="262538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1B15F72B-13EB-4EBB-929D-9FE83660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3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83F537F9-B857-4026-A144-78915E10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425858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BDF2CDAC-0169-4AE8-A12A-7B90CA4F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F18E0F61-3D7F-4EC3-99C4-B25560A0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A5694E5E-C073-414C-8E6E-7DE9382A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197" y="558236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532ADCB6-EEBF-48F5-8283-0F8E3E12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4852" y="514224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10FF4F-12B7-4F8E-B3AF-6218BE4F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54" y="602134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4DC75565-D1A1-4437-8275-8A356E1D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1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083CB830-E91F-4692-8C7D-763AE946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5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16382CA3-63D8-4F07-8D2C-AEEA0D3E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CD8322DE-6876-420E-A541-93AACCBB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F2558A01-8AF0-464F-AB0E-5DFEB2EA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8EAE15C1-8932-4C66-A51B-9F198606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28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0C2622CC-CA28-4A3D-BAAE-E55CBFA3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653A608A-F85C-4B7C-9BC4-A818F463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0ECED36A-33DC-4BD6-A522-BDC0DC0E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5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DD4961E-6E28-4B84-A95C-C1F688B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0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85592176-8B8B-48FF-9AF3-285E6E85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49FFB5F4-8056-478C-89CA-90BF6FA7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9AD738DA-3A92-4B61-904A-4F011231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4717" y="4709701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BDD1095C-6251-4331-936F-2A018394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0631" y="558236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CA215656-DF83-4CCE-8F78-C2661061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9284" y="514224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A1509D5A-1B31-4DFD-8DCE-3D2159B1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2283" y="602134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495AB5E5-7737-48C9-89B3-DAA94351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59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F9D634B4-C59A-4444-987B-AAAB352F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4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7E8DA459-536E-492F-B73F-68F10882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7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CE4C89B8-A294-44B5-BE18-62BA5CB8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7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891C713F-29BF-412F-B4D3-99A44C49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3085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8809183B-8D26-4AA4-B1AE-F9783EBF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736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807EA8D8-59A3-48A7-BDD7-41265552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8565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45A16C51-4BA4-4365-8E09-4B2AC440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47639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A3E962DB-AB4C-491D-9346-AC34896CF5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58d2f096f4f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03" r:id="R9779a8715ad14c65"/>
    <p:sldLayoutId xmlns:r="http://schemas.openxmlformats.org/officeDocument/2006/relationships" id="2147483704" r:id="R76f5e64a0ed8455e"/>
    <p:sldLayoutId xmlns:r="http://schemas.openxmlformats.org/officeDocument/2006/relationships" id="2147483705" r:id="Rcf5f6e2fcd01431c"/>
    <p:sldLayoutId xmlns:r="http://schemas.openxmlformats.org/officeDocument/2006/relationships" id="2147483706" r:id="Rf04210d0253442e5"/>
    <p:sldLayoutId xmlns:r="http://schemas.openxmlformats.org/officeDocument/2006/relationships" id="2147483707" r:id="Rb4856955015341db"/>
  </p:sldLayoutIdLst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D3D3CF4-674F-4EA5-B39E-65A8F076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 b="0" baseline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BC0BAC2-F7C9-4945-98B7-552B6082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70" y="6402806"/>
            <a:ext cx="629157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9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Page </a:t>
            </a: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r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/32</a:t>
            </a: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8CAA60C5-25E1-4B97-BCD2-C70AB8FF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2FB1159-3D52-4C93-B52D-AC8CE584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8" y="367416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8F9CCF71-60F8-4A55-8F7C-E3298A5B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13C7BC33-7EE1-406A-B8C6-0431D5ED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470200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7D21292A-F2C1-4D1B-9ADC-A66AAD68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53CC4C64-CA98-4608-8FC9-A04CA562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FE016027-F5CB-4C1E-B610-DF02C923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E8D098A3-D596-4D18-9F35-50DA8CA3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9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spcBef>
                <a:spcPts val="0"/>
              </a:spcBef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6B6297C-9A0E-4C30-BA0D-C6897AE4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1" y="262538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47300F54-E232-481C-84E5-59A4FB8D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4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1F17D405-0877-4F18-8787-1C7618B4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425858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87EB1E5A-5916-48EA-A406-8778417F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FD9A1C79-2517-4AD8-B699-5024971A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1270B1B0-C634-417E-BDA5-48D519CF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2195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196D6881-99D5-41C6-9A31-891C667F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1104ED27-0359-427A-86EC-363DE03E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923A07F9-E7BD-4518-B2A3-AAABA09C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2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EBC41D67-C4EF-4194-B853-B559B8CD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6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988C8133-D603-473E-899A-93FD18F0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78F8BE29-E862-4ACE-A59D-381BA379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EFA35ABA-FFD2-47A6-91E0-5497CEFA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9C5EC46A-0150-4495-9D84-E41E98C4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30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FFBE8022-E528-4A17-9E63-9C124F10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11536070-47C5-41E9-8966-D8ED8D5F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242D833F-1913-4E84-9F4D-E7E9E461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7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7C7B53A-2B42-4BF1-9256-055D3058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1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3E1C1517-BF71-4E0D-AC11-1F844E6C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29CE08F6-19C4-4665-BD6A-452B0D9F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511CB31F-0673-4F33-82B6-D9502F01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EE907F1D-48EA-468A-A2FF-E59CB534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7634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FD0EA03D-6EA3-4EE1-BF54-414F0242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1050F358-33AB-479D-8521-363418F5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5A0C5BE0-A2A8-4251-A50E-13089A04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61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E13F46CA-0F71-4665-B1B4-8C2024AA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6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E8FD9EE3-6AA3-4E4A-84E9-5D29DEB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8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35/24/21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38313EE8-996E-4A0A-8494-12893FA0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8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CC25659E-6657-4FA7-8C48-8798888C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6084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F1AA7BF2-91E8-46A5-AF2B-16AF83BE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739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8BF162C9-6C9C-4E6E-8ADD-69693CC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2571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57738DCF-2E98-4380-BD2E-720A722C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38646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80134700-8185-4E40-8716-94FF660519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a7631746b44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09" r:id="R82ba3dbea9ea44c1"/>
  </p:sldLayoutIdLst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7.xml><?xml version="1.0" encoding="utf-8"?>
<p:sldMaster xmlns:p="http://schemas.openxmlformats.org/presentationml/2006/main">
  <p:cSld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4840D2-FD89-4FCE-88B5-18D93CCF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FFFFFF"/>
                </a:solidFill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F43EB08-8085-42CE-826C-E9D6362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defTabSz="890905">
              <a:buNone/>
            </a:pPr>
            <a:fld id="{C3837181-38C6-AD4F-B8BA-B444770388BB}" type="slidenum">
              <a:rPr sz="900">
                <a:solidFill>
                  <a:srgbClr val="FFFFFF"/>
                </a:solidFill>
              </a:rPr>
              <a:t>‹#›</a:t>
            </a:fld>
            <a:endParaRPr sz="900">
              <a:solidFill>
                <a:srgbClr val="FFFFFF"/>
              </a:solidFill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F1D05D08-8C4F-41DF-BE39-E00756DA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6B3FD2BD-74E4-4D81-A13F-F17983E1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8" y="367416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F3AA2ED3-14B8-4EC3-A87A-9DC9EB04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F52174CA-03FE-4714-B9F3-DAC9E643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470200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C002EE74-0E5C-4559-A2CF-6E25B2F5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FF013178-F065-45E4-BD04-331A58D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B3791D18-832A-420D-9AAF-2537A71B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AD6A850B-CC4B-4982-A74D-C2A6168A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9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CD0593A-7B73-477C-A504-DC4A5FFB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1" y="262538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42F6246F-B859-4438-A337-A3A79EF7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4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A7C01D96-A5BB-455F-8E42-44971685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425858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21BFAFB9-263C-4443-AA16-6B3F4D6D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8DB45092-311E-46AF-8C72-CB6A7465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61CB92B0-BF68-49F0-B9FE-FD8ADE38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2195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4ABFEDF7-CC4E-47F6-93C3-5625C30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BAF36E71-123B-4AA2-9129-27B7A01F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0F82377C-3BC8-4EB4-83EC-4E5956AA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2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C3B351D7-EC2F-4A49-B7D2-A56687D5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6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66EB5F88-490C-4226-ADC4-C04E7176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18599415-6F19-41DF-A215-95C1DF77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E73482A8-1978-4D6D-BCB6-1FA9C904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46671EA6-471E-4956-95E8-559AEA0A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30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52FA903A-EB3D-4C90-8BAF-6475BF0A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EE010EE5-C93D-4837-81CB-4F4E9BDE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879F64AE-3EFB-4D02-B2B0-68500047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7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ECF875B-312A-47B1-B024-1DF78C85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1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7C3020F0-9016-45D3-A65C-7B167B74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E195307F-49DB-4E25-9E62-3C6C9E86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3BB6B657-4CEA-4598-B514-E6325C8E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4766225C-2031-43FB-8777-9D7C4DD6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7634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7B9FB69D-0F9B-4A88-B97F-91A3BD45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A80401B0-3464-46D7-B81E-CEA76750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</a:t>
            </a:r>
            <a:br>
              <a:rPr sz="500" b="1">
                <a:solidFill>
                  <a:srgbClr val="595757"/>
                </a:solidFill>
              </a:rPr>
            </a:br>
            <a:r>
              <a:rPr sz="500" b="1">
                <a:solidFill>
                  <a:srgbClr val="595757"/>
                </a:solidFill>
              </a:rPr>
              <a:t>190/23/238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63D28815-9C12-4DD8-973B-C69B6B5C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61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DC7797A0-FA0C-4684-8C5D-7D28D56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6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29EA27D4-B364-4116-8ACC-0F66E67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8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1943B62D-CCAE-4F16-A32E-F951A6F6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8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8CE578DA-784A-44DF-9B30-342F2009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6084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137/137/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F6555F4E-160D-4A35-A45F-7A6852DD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739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181/181/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45FA13B9-6E03-4EEB-839C-C9EA4B12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2571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221/221/</a:t>
            </a:r>
            <a:br>
              <a:rPr sz="500" b="1">
                <a:solidFill>
                  <a:srgbClr val="595757"/>
                </a:solidFill>
              </a:rPr>
            </a:br>
            <a:r>
              <a:rPr sz="500" b="1">
                <a:solidFill>
                  <a:srgbClr val="595757"/>
                </a:solidFill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54B0B5E9-870A-4702-9621-CF56F04D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38646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255/255/</a:t>
            </a:r>
            <a:br>
              <a:rPr sz="500" b="1">
                <a:solidFill>
                  <a:srgbClr val="595757"/>
                </a:solidFill>
              </a:rPr>
            </a:br>
            <a:r>
              <a:rPr sz="500" b="1">
                <a:solidFill>
                  <a:srgbClr val="595757"/>
                </a:solidFill>
              </a:rPr>
              <a:t>255</a:t>
            </a:r>
          </a:p>
        </p:txBody>
      </p:sp>
      <p:pic>
        <p:nvPicPr>
          <p:cNvPr id="46" name="图片 45">
            <a:extLst xmlns:a="http://schemas.openxmlformats.org/drawingml/2006/main">
              <a:ext uri="{FF2B5EF4-FFF2-40B4-BE49-F238E27FC236}">
                <a16:creationId xmlns:a16="http://schemas.microsoft.com/office/drawing/2014/main" id="{19B49F3E-E51F-44A3-98BE-769E710C3F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b2019c3974a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18082" y="6250494"/>
            <a:ext cx="1390166" cy="41247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1" r:id="Rc73eb3bf88a34a2d"/>
    <p:sldLayoutId xmlns:r="http://schemas.openxmlformats.org/officeDocument/2006/relationships" id="2147483712" r:id="Ra5c69a6ca5fc483f"/>
    <p:sldLayoutId xmlns:r="http://schemas.openxmlformats.org/officeDocument/2006/relationships" id="2147483713" r:id="R048cec1ed68c4f54"/>
    <p:sldLayoutId xmlns:r="http://schemas.openxmlformats.org/officeDocument/2006/relationships" id="2147483714" r:id="R13c8a853f4bf4eba"/>
    <p:sldLayoutId xmlns:r="http://schemas.openxmlformats.org/officeDocument/2006/relationships" id="2147483715" r:id="R8dac1de65b4b4ae4"/>
    <p:sldLayoutId xmlns:r="http://schemas.openxmlformats.org/officeDocument/2006/relationships" id="2147483716" r:id="Rd5114397a55e45fc"/>
    <p:sldLayoutId xmlns:r="http://schemas.openxmlformats.org/officeDocument/2006/relationships" id="2147483717" r:id="R72fd60eec1c04a6b"/>
    <p:sldLayoutId xmlns:r="http://schemas.openxmlformats.org/officeDocument/2006/relationships" id="2147483718" r:id="R60e46f13c36d46d3"/>
    <p:sldLayoutId xmlns:r="http://schemas.openxmlformats.org/officeDocument/2006/relationships" id="2147483719" r:id="R20917c456bf54afd"/>
    <p:sldLayoutId xmlns:r="http://schemas.openxmlformats.org/officeDocument/2006/relationships" id="2147483720" r:id="Ra47acdfb274442ef"/>
    <p:sldLayoutId xmlns:r="http://schemas.openxmlformats.org/officeDocument/2006/relationships" id="2147483721" r:id="Rb0942f50372e4d96"/>
    <p:sldLayoutId xmlns:r="http://schemas.openxmlformats.org/officeDocument/2006/relationships" id="2147483722" r:id="Re739d98b01bd4e0b"/>
    <p:sldLayoutId xmlns:r="http://schemas.openxmlformats.org/officeDocument/2006/relationships" id="2147483723" r:id="Radc8ba0605c14b22"/>
    <p:sldLayoutId xmlns:r="http://schemas.openxmlformats.org/officeDocument/2006/relationships" id="2147483724" r:id="Rd5b22b7115534cb7"/>
    <p:sldLayoutId xmlns:r="http://schemas.openxmlformats.org/officeDocument/2006/relationships" id="2147483725" r:id="R267893387a894031"/>
  </p:sldLayoutIdLst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8.xml><?xml version="1.0" encoding="utf-8"?>
<p:sldMaster xmlns:p="http://schemas.openxmlformats.org/presentationml/2006/main">
  <p:cSld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B69DC9-AEB4-4650-B96C-3F77B263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FFFFFF"/>
                </a:solidFill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0FCA1C-4C03-417E-BCA8-50F20DFB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defTabSz="890905">
              <a:buNone/>
            </a:pPr>
            <a:fld id="{C3837181-38C6-AD4F-B8BA-B444770388BB}" type="slidenum">
              <a:rPr sz="900">
                <a:solidFill>
                  <a:srgbClr val="FFFFFF"/>
                </a:solidFill>
              </a:rPr>
              <a:t>‹#›</a:t>
            </a:fld>
            <a:endParaRPr sz="900">
              <a:solidFill>
                <a:srgbClr val="FFFFFF"/>
              </a:solidFill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5A77E89C-F2AA-4FC5-AE40-528AA671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7DFFE02-BFB3-4A19-96A6-E12449FF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8" y="367416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0840E0CD-221A-40AA-87C1-C4110730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F32BA09A-D0DE-466B-9F42-872FFEB2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470200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20F4BA5B-1EDC-4F33-8A87-A8660CC8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3EDA39E5-4FA5-431C-A885-AD863C22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8001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F6F8FE14-7839-41C3-9998-7ED156D2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81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2C57CF1D-22CD-470D-AE92-F1893FF0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9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F81352B-E845-4341-9F5D-41085BE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1" y="262538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734338D4-0729-4895-B24B-F2D65DD9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4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9744699E-A041-4C6A-82A6-29DA80D7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425858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69C403D6-1426-4F0E-AB6E-8199558D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2E42E9C2-1372-4752-A61B-ADEA2A45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5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B85398E3-9EFD-4F91-B48D-208C013F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2195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FEB812C6-F201-401D-9083-47E2D79B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4A8AD11D-D5F3-4B75-A81F-122F3397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0849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1B3F5489-8FE2-448E-A74D-F49E8D1C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2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E02BE4BF-74BC-4D28-8DA4-DBCD1369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6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9FC82C16-CFC1-4D03-BD7F-0B7BFEDB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B1A03C0B-FD8D-43D0-9EC4-3DA3156B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EC1C1DDF-B494-4EFA-AAF2-1FD49231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6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6252A1EF-DEDF-4BC9-A929-2925CFA1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30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D4719297-3E73-4B8E-B22B-AB93CCD7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D5B191C6-7661-4616-A5EA-229C5537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4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0DAF8C55-58ED-4F01-8DEF-150C1B42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7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957C872-2658-44A8-BF1D-5BADF240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1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4E0C5BA9-335B-4898-BD91-8BAC5E3C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5DE79DB5-A102-4686-8C3A-5FAC497E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B60605D3-9C50-44BB-AB94-FDC783AC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20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51ECD292-5F93-4404-A599-89B33AB2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7634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F4C32877-6750-4F95-8A97-3239121B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C02228BE-FF58-4A3A-B63A-CCF560E9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6288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</a:t>
            </a:r>
            <a:br>
              <a:rPr sz="500" b="1">
                <a:solidFill>
                  <a:srgbClr val="595757"/>
                </a:solidFill>
              </a:rPr>
            </a:br>
            <a:r>
              <a:rPr sz="500" b="1">
                <a:solidFill>
                  <a:srgbClr val="595757"/>
                </a:solidFill>
              </a:rPr>
              <a:t>190/23/238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8A76A139-4A56-438F-86C0-7645B627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61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1ADA399D-EF12-4D78-8A36-44DE9BF6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6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B41177C5-17DF-4389-A999-97C2AA05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8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CA13E678-53D6-4D22-AEB9-F8EACB4C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8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D5BF8069-EC3F-42EB-97A7-DBF3072F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6084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137/137/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68E2F69D-FB7C-4B1C-9FB5-B32CB910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739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</a:rPr>
              <a:t>181/181/</a:t>
            </a:r>
            <a:br>
              <a:rPr sz="500" b="1">
                <a:solidFill>
                  <a:srgbClr val="FFFFFF"/>
                </a:solidFill>
              </a:rPr>
            </a:br>
            <a:r>
              <a:rPr sz="500" b="1">
                <a:solidFill>
                  <a:srgbClr val="FFFFFF"/>
                </a:solidFill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6A3C879F-DD16-45EA-9214-5C1D0842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2571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 221/221/</a:t>
            </a:r>
            <a:br>
              <a:rPr sz="500" b="1">
                <a:solidFill>
                  <a:srgbClr val="595757"/>
                </a:solidFill>
              </a:rPr>
            </a:br>
            <a:r>
              <a:rPr sz="500" b="1">
                <a:solidFill>
                  <a:srgbClr val="595757"/>
                </a:solidFill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3C324631-4117-41BE-911A-BBDECC9C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38646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</a:rPr>
              <a:t>255/255/</a:t>
            </a:r>
            <a:br>
              <a:rPr sz="500" b="1">
                <a:solidFill>
                  <a:srgbClr val="595757"/>
                </a:solidFill>
              </a:rPr>
            </a:br>
            <a:r>
              <a:rPr sz="500" b="1">
                <a:solidFill>
                  <a:srgbClr val="595757"/>
                </a:solidFill>
              </a:rPr>
              <a:t>255</a:t>
            </a:r>
          </a:p>
        </p:txBody>
      </p:sp>
      <p:pic>
        <p:nvPicPr>
          <p:cNvPr id="46" name="图片 45">
            <a:extLst xmlns:a="http://schemas.openxmlformats.org/drawingml/2006/main">
              <a:ext uri="{FF2B5EF4-FFF2-40B4-BE49-F238E27FC236}">
                <a16:creationId xmlns:a16="http://schemas.microsoft.com/office/drawing/2014/main" id="{EACDE83C-725F-4DA6-A153-FBCDAEBA07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70b070a8c43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18082" y="6250494"/>
            <a:ext cx="1390166" cy="41247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27" r:id="Rfb7a8f7d00e74117"/>
    <p:sldLayoutId xmlns:r="http://schemas.openxmlformats.org/officeDocument/2006/relationships" id="2147483728" r:id="Rb6e4d9e64f134590"/>
    <p:sldLayoutId xmlns:r="http://schemas.openxmlformats.org/officeDocument/2006/relationships" id="2147483729" r:id="R34749c73c6534134"/>
    <p:sldLayoutId xmlns:r="http://schemas.openxmlformats.org/officeDocument/2006/relationships" id="2147483730" r:id="R6f9cfd7651504798"/>
    <p:sldLayoutId xmlns:r="http://schemas.openxmlformats.org/officeDocument/2006/relationships" id="2147483731" r:id="R69545bc95a5c48e2"/>
    <p:sldLayoutId xmlns:r="http://schemas.openxmlformats.org/officeDocument/2006/relationships" id="2147483732" r:id="Rd7782b0351cd4d08"/>
    <p:sldLayoutId xmlns:r="http://schemas.openxmlformats.org/officeDocument/2006/relationships" id="2147483733" r:id="Rc91209deef9e487d"/>
    <p:sldLayoutId xmlns:r="http://schemas.openxmlformats.org/officeDocument/2006/relationships" id="2147483734" r:id="R5298f0d570b04b57"/>
    <p:sldLayoutId xmlns:r="http://schemas.openxmlformats.org/officeDocument/2006/relationships" id="2147483735" r:id="R06308f5295c44293"/>
    <p:sldLayoutId xmlns:r="http://schemas.openxmlformats.org/officeDocument/2006/relationships" id="2147483736" r:id="R0d61a77867ae48a7"/>
    <p:sldLayoutId xmlns:r="http://schemas.openxmlformats.org/officeDocument/2006/relationships" id="2147483737" r:id="R0def60a15874447c"/>
    <p:sldLayoutId xmlns:r="http://schemas.openxmlformats.org/officeDocument/2006/relationships" id="2147483738" r:id="R1bbc4f4dafdc49ca"/>
    <p:sldLayoutId xmlns:r="http://schemas.openxmlformats.org/officeDocument/2006/relationships" id="2147483739" r:id="R038df9cb78b74dd8"/>
    <p:sldLayoutId xmlns:r="http://schemas.openxmlformats.org/officeDocument/2006/relationships" id="2147483740" r:id="Rfa24f11f5c4b4bd8"/>
    <p:sldLayoutId xmlns:r="http://schemas.openxmlformats.org/officeDocument/2006/relationships" id="2147483741" r:id="R3f9def0a389b4758"/>
  </p:sldLayoutIdLst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3D6A36C-1CA2-412A-AB4E-FD0A3122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3503965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 b="0" baseline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Proprietary - Restricted Distribution</a:t>
            </a:r>
            <a:endParaRPr sz="900" b="0" kern="1200" baseline="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3E1B68-1803-4ED4-9409-8BE3F4D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9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2DAB7CD5-56E9-41F8-BC04-48F1D985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EA062FC-BD0C-4B1F-BA75-47838351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7" y="367416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FA93E357-A814-4FF4-B0E9-9F09609B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AA988311-FCCB-47AB-8EB7-971017BE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470200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0824BB36-215A-4AEA-96D2-E374B8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332F79DD-9BE6-4FDF-A23A-0DEF2A6A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C948C49A-2229-4D54-AFB1-3CA27922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477F5023-0731-4FC3-AA01-EF8018DB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8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spcBef>
                <a:spcPts val="0"/>
              </a:spcBef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EEEBC02-0480-48DC-87FE-83E39C1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0" y="262538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5FF7CADB-B749-4695-A914-0905C332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3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0FBA1346-1F19-4B8D-90E3-27C9BB5E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425858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1C74B712-79FF-42A7-961D-43D91FD4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9F170095-FE0F-4EDD-9AA5-0B890F9E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6FBBF6C2-80E8-4B86-8416-9B4364E9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197" y="558236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C699A608-BD21-4B11-920F-FE2E7054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4852" y="514224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FC1EFEB0-B0A3-4E93-A92E-670147F6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54" y="602134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7CCCB27E-3B1C-4366-ADCC-F9BDA27E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1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984AD885-7CD6-4AC9-91CC-7014545C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5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6E44DE24-4C05-40E1-81A0-2F516F48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AF33CCCD-20B6-4DEC-ACED-50CA1F07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C99AB898-CFF7-4975-999A-2FA57FEA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91C8C94D-85F6-4275-B7E1-E2F05CE7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28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F89C699F-CA38-4CBB-8444-172B0EE1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DAA501BC-4D4F-460C-95D1-15A35621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8DAC535D-6FEA-497E-8E80-91E990F6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5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4EA53EA-2EC7-40DB-8664-B23F5830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0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038E8DA5-FADC-4F08-986E-16835ABE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D8C2A1DC-5EA9-4CE2-B25B-02B3F6EF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CE22E2FE-CA22-4350-B03C-3DF58C3D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4717" y="4709701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43AABF93-007A-4E70-A27D-154C5BB0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0631" y="558236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1E97980D-7DAA-425B-B79A-634675D3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9284" y="514224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1F561604-8AA2-47DB-ACE0-D0899919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2283" y="602134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0A8318AC-BC3C-4581-8D80-D1CEBE1A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59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AB0E3255-4CF4-4513-8E34-B3F51035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4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7D1690AC-5031-4D76-AF7B-E7603954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7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F9F6C2B7-0B97-4B68-9091-5D047B74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7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223C70DB-6E3B-4460-8904-2F30FB85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3085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1EABDAD5-CA93-4ACF-AA2C-7AB054C8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736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FADAB148-AA54-4C96-BB63-6F00D23E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8565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478AB230-60D1-4216-BF7D-56A04ACD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47639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2332DEFF-A47C-423B-A94E-590440C656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96598aa2040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A6DDE93-E5A0-4988-8721-36BA5FA5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" y="6512609"/>
            <a:ext cx="3503965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DC0AC65-4CD3-4693-B8C1-5FE06929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63" y="6558779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defTabSz="889000"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E8C15676-69AC-4F3A-BFEF-B4AE29EE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3818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D8A0A08-74EB-4F36-92B2-BA153280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7" y="367417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2DC8166F-3CCD-463B-82CE-0AE4140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3818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E3F5E2B3-8983-416B-8593-A83A1513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470201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7B29F5F3-F736-497C-BF4E-210BF9E5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26304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B7AB8648-9738-4671-B4FD-F0BA5FCC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558237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5303C554-01F8-4ED5-93FB-E0AA0EEB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70971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39C1B98E-CF2E-40E3-9A9D-DA406197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8" y="276606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88A4868-961F-4CDA-B620-469EBE1E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0" y="262539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D43BF218-4E87-4F37-8548-1D0638E5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3" y="320707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24CE5C88-AA75-4636-8BB8-4CAEE89C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425859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FF91B795-06F0-4C9D-97C3-94355957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514225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A422D839-42EC-4D6B-A636-D1108CF8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602135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4EE42940-99CE-40DA-8BA6-36B0AB5C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197" y="558237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1B839FC1-6D41-4C40-8215-C9E61013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4852" y="514225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179563E7-C95F-4A8D-B9D5-EC9C4937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54" y="602135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3B954FAE-738A-47B8-A115-3B884276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1" y="276606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F6411990-E301-402C-B199-4D8F29D4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5" y="320707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8FA284A1-E167-44E1-9A40-25E42627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3818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3BF48560-386C-4653-8D8F-2B901AD3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26304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3DCB6F9C-3DB4-4E34-80DA-CE7C83E8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70971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30681B4C-6B7B-4CB3-8AD9-A83DFF64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28" y="558237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A3B2DC7B-BBCF-4E54-BB6E-B74B68A4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514225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19BFB470-E66E-4059-A997-9C941FD2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602135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F9F5435A-96A2-44EF-B669-651D6FDA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5" y="276606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E6DAA73-54C1-4366-AC79-93D9871B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0" y="320707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86CF4A02-6141-4FDF-8E7C-D6C39F98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381835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B644130B-0F48-4DE6-B0C7-5F87A43E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426304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 defTabSz="912495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E27B5CC5-152F-4499-B9F5-181AE9C6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4717" y="4709711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76A38F8F-5453-4CD0-A900-2FF35A0B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0631" y="558237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D01ED7DA-6F31-439D-8279-6F1C9069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9284" y="514225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FB950A5C-F969-49E3-851A-0E3CE4B3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2283" y="602135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6C9D3B7A-0835-41B5-ACD9-60458634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59" y="276606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EBCB2C9E-7E7A-423B-ADED-8D5F84EC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4" y="320707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C6BDADA8-A22E-4FB4-B170-D1CA34CD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7" y="645922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71E74107-EC97-483B-AE06-A9ED593D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7" y="645922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FA5D5A36-85F2-4C83-8381-7D0B5880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3085" y="645922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CED65C96-7C70-401D-8B28-08F2F185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736" y="645922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DACCFF24-A99C-470B-AD78-4039F51E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8565" y="645922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4F4C251F-FC04-4519-8980-89C7B0E2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47639" y="645922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FA084A9B-403C-404E-BABF-D34B829781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016330aa541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00788" y="6511261"/>
            <a:ext cx="1072831" cy="23218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44" r:id="R9c3d373b68b2459b"/>
    <p:sldLayoutId xmlns:r="http://schemas.openxmlformats.org/officeDocument/2006/relationships" id="2147483745" r:id="Reed83f77b4104538"/>
    <p:sldLayoutId xmlns:r="http://schemas.openxmlformats.org/officeDocument/2006/relationships" id="2147483746" r:id="Rb8514aadace647ab"/>
  </p:sldLayoutIdLst>
  <p:hf hdr="0" ftr="0" dt="0"/>
  <p:txStyles>
    <p:titleStyle>
      <a:lvl1pPr xmlns:a="http://schemas.openxmlformats.org/drawingml/2006/main" algn="l" defTabSz="1185545">
        <a:lnSpc>
          <a:spcPct val="90000"/>
        </a:lnSpc>
        <a:spcBef>
          <a:spcPct val="0"/>
        </a:spcBef>
        <a:buNone/>
        <a:defRPr sz="570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545" indent="-296545" algn="l" defTabSz="1185545">
        <a:lnSpc>
          <a:spcPct val="90000"/>
        </a:lnSpc>
        <a:spcBef>
          <a:spcPts val="1295"/>
        </a:spcBef>
        <a:buFont typeface="Arial"/>
        <a:buChar char="•"/>
        <a:defRPr sz="363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89000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311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2090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59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4545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67000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0090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52545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45635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38090" indent="-296545" algn="l" defTabSz="1185545">
        <a:lnSpc>
          <a:spcPct val="90000"/>
        </a:lnSpc>
        <a:spcBef>
          <a:spcPts val="650"/>
        </a:spcBef>
        <a:buFont typeface="Arial"/>
        <a:buChar char="•"/>
        <a:defRPr sz="23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2455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5545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78000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1090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3545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56000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49090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41545" algn="l" defTabSz="1185545">
        <a:buNone/>
        <a:defRPr sz="23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48" r:id="Rb6003da08e854b0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3E1084E-940C-47A2-BC22-C30023B3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3503965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 b="0" baseline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Proprietary - Restricted Distribution</a:t>
            </a:r>
            <a:endParaRPr sz="900" b="0" kern="1200" baseline="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F77FF0B-50E0-4AC7-B6E9-027B362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9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00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00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矩形 13">
            <a:extLst xmlns:a="http://schemas.openxmlformats.org/drawingml/2006/main">
              <a:ext uri="{FF2B5EF4-FFF2-40B4-BE49-F238E27FC236}">
                <a16:creationId xmlns:a16="http://schemas.microsoft.com/office/drawing/2014/main" id="{94FAD8B3-C350-410E-B274-FA550FB9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196/0/84</a:t>
            </a:r>
          </a:p>
        </p:txBody>
      </p:sp>
      <p:sp>
        <p:nvSpPr>
          <p:cNvPr id="9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933CE3F-BDE4-4FAE-B06C-F27AF7E9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87" y="3674162"/>
            <a:ext cx="633256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公司辅助色</a:t>
            </a:r>
          </a:p>
        </p:txBody>
      </p:sp>
      <p:sp>
        <p:nvSpPr>
          <p:cNvPr id="91" name="矩形 13">
            <a:extLst xmlns:a="http://schemas.openxmlformats.org/drawingml/2006/main">
              <a:ext uri="{FF2B5EF4-FFF2-40B4-BE49-F238E27FC236}">
                <a16:creationId xmlns:a16="http://schemas.microsoft.com/office/drawing/2014/main" id="{34B0DD67-3FF4-4385-BB03-E149F44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377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203/55/120</a:t>
            </a:r>
          </a:p>
        </p:txBody>
      </p:sp>
      <p:sp>
        <p:nvSpPr>
          <p:cNvPr id="92" name="矩形 13">
            <a:extLst xmlns:a="http://schemas.openxmlformats.org/drawingml/2006/main">
              <a:ext uri="{FF2B5EF4-FFF2-40B4-BE49-F238E27FC236}">
                <a16:creationId xmlns:a16="http://schemas.microsoft.com/office/drawing/2014/main" id="{CD18B3BA-FBC6-445D-98A7-63457030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470200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D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237/109/0</a:t>
            </a:r>
          </a:p>
        </p:txBody>
      </p:sp>
      <p:sp>
        <p:nvSpPr>
          <p:cNvPr id="93" name="矩形 13">
            <a:extLst xmlns:a="http://schemas.openxmlformats.org/drawingml/2006/main">
              <a:ext uri="{FF2B5EF4-FFF2-40B4-BE49-F238E27FC236}">
                <a16:creationId xmlns:a16="http://schemas.microsoft.com/office/drawing/2014/main" id="{1601DADB-77DA-421C-B141-0F6911B7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153/54/54</a:t>
            </a:r>
          </a:p>
        </p:txBody>
      </p:sp>
      <p:sp>
        <p:nvSpPr>
          <p:cNvPr id="94" name="矩形 13">
            <a:extLst xmlns:a="http://schemas.openxmlformats.org/drawingml/2006/main">
              <a:ext uri="{FF2B5EF4-FFF2-40B4-BE49-F238E27FC236}">
                <a16:creationId xmlns:a16="http://schemas.microsoft.com/office/drawing/2014/main" id="{1BF09589-9E40-40F1-A79B-8E16B1E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7999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2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98/178/48</a:t>
            </a:r>
          </a:p>
        </p:txBody>
      </p:sp>
      <p:sp>
        <p:nvSpPr>
          <p:cNvPr id="95" name="矩形 13">
            <a:extLst xmlns:a="http://schemas.openxmlformats.org/drawingml/2006/main">
              <a:ext uri="{FF2B5EF4-FFF2-40B4-BE49-F238E27FC236}">
                <a16:creationId xmlns:a16="http://schemas.microsoft.com/office/drawing/2014/main" id="{02409B46-03B3-4275-B2D1-9C2ACB50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279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9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242/137/68</a:t>
            </a:r>
          </a:p>
        </p:txBody>
      </p:sp>
      <p:sp>
        <p:nvSpPr>
          <p:cNvPr id="96" name="矩形 13">
            <a:extLst xmlns:a="http://schemas.openxmlformats.org/drawingml/2006/main">
              <a:ext uri="{FF2B5EF4-FFF2-40B4-BE49-F238E27FC236}">
                <a16:creationId xmlns:a16="http://schemas.microsoft.com/office/drawing/2014/main" id="{10BA7D78-7982-4909-B409-1B15146A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098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185C</a:t>
            </a:r>
          </a:p>
          <a:p xmlns:a="http://schemas.openxmlformats.org/drawingml/2006/main">
            <a:pPr algn="ctr">
              <a:lnSpc>
                <a:spcPts val="620"/>
              </a:lnSpc>
              <a:spcBef>
                <a:spcPts val="0"/>
              </a:spcBef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199/0/11  </a:t>
            </a:r>
          </a:p>
        </p:txBody>
      </p:sp>
      <p:sp>
        <p:nvSpPr>
          <p:cNvPr id="97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A894873-4B0E-49A8-9A50-FD05552B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0470" y="2625389"/>
            <a:ext cx="437043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公司色</a:t>
            </a:r>
          </a:p>
        </p:txBody>
      </p:sp>
      <p:sp>
        <p:nvSpPr>
          <p:cNvPr id="98" name="矩形 13">
            <a:extLst xmlns:a="http://schemas.openxmlformats.org/drawingml/2006/main">
              <a:ext uri="{FF2B5EF4-FFF2-40B4-BE49-F238E27FC236}">
                <a16:creationId xmlns:a16="http://schemas.microsoft.com/office/drawing/2014/main" id="{7B79EBC1-639B-4B3B-A1FD-E20DD3F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5713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PANTONE 186C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200/16/46  </a:t>
            </a:r>
          </a:p>
        </p:txBody>
      </p:sp>
      <p:sp>
        <p:nvSpPr>
          <p:cNvPr id="99" name="矩形 13">
            <a:extLst xmlns:a="http://schemas.openxmlformats.org/drawingml/2006/main">
              <a:ext uri="{FF2B5EF4-FFF2-40B4-BE49-F238E27FC236}">
                <a16:creationId xmlns:a16="http://schemas.microsoft.com/office/drawing/2014/main" id="{0648883D-AF25-420E-99D3-9ED711B0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4258587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00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127/0/1</a:t>
            </a:r>
          </a:p>
        </p:txBody>
      </p:sp>
      <p:sp>
        <p:nvSpPr>
          <p:cNvPr id="100" name="矩形 13">
            <a:extLst xmlns:a="http://schemas.openxmlformats.org/drawingml/2006/main">
              <a:ext uri="{FF2B5EF4-FFF2-40B4-BE49-F238E27FC236}">
                <a16:creationId xmlns:a16="http://schemas.microsoft.com/office/drawing/2014/main" id="{9C3BC8D1-2982-48A2-8C36-5C5013AF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52/200/0</a:t>
            </a:r>
          </a:p>
        </p:txBody>
      </p:sp>
      <p:sp>
        <p:nvSpPr>
          <p:cNvPr id="101" name="矩形 13">
            <a:extLst xmlns:a="http://schemas.openxmlformats.org/drawingml/2006/main">
              <a:ext uri="{FF2B5EF4-FFF2-40B4-BE49-F238E27FC236}">
                <a16:creationId xmlns:a16="http://schemas.microsoft.com/office/drawing/2014/main" id="{36BAD67A-5AED-4804-83CA-89221538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4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5C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48/181/197</a:t>
            </a:r>
          </a:p>
        </p:txBody>
      </p:sp>
      <p:sp>
        <p:nvSpPr>
          <p:cNvPr id="102" name="矩形 13">
            <a:extLst xmlns:a="http://schemas.openxmlformats.org/drawingml/2006/main">
              <a:ext uri="{FF2B5EF4-FFF2-40B4-BE49-F238E27FC236}">
                <a16:creationId xmlns:a16="http://schemas.microsoft.com/office/drawing/2014/main" id="{1E35178C-0595-4B12-8311-9B49A22D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197" y="558236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1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129/193/95</a:t>
            </a:r>
          </a:p>
        </p:txBody>
      </p:sp>
      <p:sp>
        <p:nvSpPr>
          <p:cNvPr id="103" name="矩形 13">
            <a:extLst xmlns:a="http://schemas.openxmlformats.org/drawingml/2006/main">
              <a:ext uri="{FF2B5EF4-FFF2-40B4-BE49-F238E27FC236}">
                <a16:creationId xmlns:a16="http://schemas.microsoft.com/office/drawing/2014/main" id="{CEF19CEB-F190-421D-9E65-E2A17F4B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4852" y="514224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35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253/211/81</a:t>
            </a:r>
          </a:p>
        </p:txBody>
      </p:sp>
      <p:sp>
        <p:nvSpPr>
          <p:cNvPr id="104" name="矩形 13">
            <a:extLst xmlns:a="http://schemas.openxmlformats.org/drawingml/2006/main">
              <a:ext uri="{FF2B5EF4-FFF2-40B4-BE49-F238E27FC236}">
                <a16:creationId xmlns:a16="http://schemas.microsoft.com/office/drawing/2014/main" id="{DEDC9DAE-1850-49F1-9594-B4B86B28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54" y="602134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86/196/210</a:t>
            </a:r>
          </a:p>
        </p:txBody>
      </p:sp>
      <p:sp>
        <p:nvSpPr>
          <p:cNvPr id="105" name="矩形 13">
            <a:extLst xmlns:a="http://schemas.openxmlformats.org/drawingml/2006/main">
              <a:ext uri="{FF2B5EF4-FFF2-40B4-BE49-F238E27FC236}">
                <a16:creationId xmlns:a16="http://schemas.microsoft.com/office/drawing/2014/main" id="{E7809DC5-0A06-435E-B18A-908013D5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7221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94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211/57/65</a:t>
            </a:r>
          </a:p>
        </p:txBody>
      </p:sp>
      <p:sp>
        <p:nvSpPr>
          <p:cNvPr id="106" name="矩形 13">
            <a:extLst xmlns:a="http://schemas.openxmlformats.org/drawingml/2006/main">
              <a:ext uri="{FF2B5EF4-FFF2-40B4-BE49-F238E27FC236}">
                <a16:creationId xmlns:a16="http://schemas.microsoft.com/office/drawing/2014/main" id="{62CD7EE2-97D5-45CD-855E-70E8D090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6835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385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211/56/89</a:t>
            </a:r>
          </a:p>
        </p:txBody>
      </p:sp>
      <p:sp>
        <p:nvSpPr>
          <p:cNvPr id="107" name="矩形 13">
            <a:extLst xmlns:a="http://schemas.openxmlformats.org/drawingml/2006/main">
              <a:ext uri="{FF2B5EF4-FFF2-40B4-BE49-F238E27FC236}">
                <a16:creationId xmlns:a16="http://schemas.microsoft.com/office/drawing/2014/main" id="{CEC89A9B-4438-4B1B-99AD-DF771962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A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221/128/170</a:t>
            </a:r>
          </a:p>
        </p:txBody>
      </p:sp>
      <p:sp>
        <p:nvSpPr>
          <p:cNvPr id="108" name="矩形 13">
            <a:extLst xmlns:a="http://schemas.openxmlformats.org/drawingml/2006/main">
              <a:ext uri="{FF2B5EF4-FFF2-40B4-BE49-F238E27FC236}">
                <a16:creationId xmlns:a16="http://schemas.microsoft.com/office/drawing/2014/main" id="{9747F0AF-E433-4305-AE88-02C6DA32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08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191/128/130</a:t>
            </a:r>
          </a:p>
        </p:txBody>
      </p:sp>
      <p:sp>
        <p:nvSpPr>
          <p:cNvPr id="109" name="矩形 13">
            <a:extLst xmlns:a="http://schemas.openxmlformats.org/drawingml/2006/main">
              <a:ext uri="{FF2B5EF4-FFF2-40B4-BE49-F238E27FC236}">
                <a16:creationId xmlns:a16="http://schemas.microsoft.com/office/drawing/2014/main" id="{557EF81A-C7E9-45D7-BB8E-D646B61A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4514" y="4709701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7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246/183/140</a:t>
            </a:r>
          </a:p>
        </p:txBody>
      </p:sp>
      <p:sp>
        <p:nvSpPr>
          <p:cNvPr id="110" name="矩形 13">
            <a:extLst xmlns:a="http://schemas.openxmlformats.org/drawingml/2006/main">
              <a:ext uri="{FF2B5EF4-FFF2-40B4-BE49-F238E27FC236}">
                <a16:creationId xmlns:a16="http://schemas.microsoft.com/office/drawing/2014/main" id="{E0605A2D-2108-453E-AD83-B069D195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90428" y="558236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D89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176/216/156</a:t>
            </a:r>
          </a:p>
        </p:txBody>
      </p:sp>
      <p:sp>
        <p:nvSpPr>
          <p:cNvPr id="111" name="矩形 13">
            <a:extLst xmlns:a="http://schemas.openxmlformats.org/drawingml/2006/main">
              <a:ext uri="{FF2B5EF4-FFF2-40B4-BE49-F238E27FC236}">
                <a16:creationId xmlns:a16="http://schemas.microsoft.com/office/drawing/2014/main" id="{B3AF4DD1-67F2-4978-A252-BD8DA03E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5142249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253/227/181</a:t>
            </a:r>
          </a:p>
        </p:txBody>
      </p:sp>
      <p:sp>
        <p:nvSpPr>
          <p:cNvPr id="112" name="矩形 13">
            <a:extLst xmlns:a="http://schemas.openxmlformats.org/drawingml/2006/main">
              <a:ext uri="{FF2B5EF4-FFF2-40B4-BE49-F238E27FC236}">
                <a16:creationId xmlns:a16="http://schemas.microsoft.com/office/drawing/2014/main" id="{584EB329-2DA2-4EEB-80B1-7828F8E5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9083" y="6021344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E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148/218/226</a:t>
            </a:r>
          </a:p>
        </p:txBody>
      </p:sp>
      <p:sp>
        <p:nvSpPr>
          <p:cNvPr id="113" name="矩形 13">
            <a:extLst xmlns:a="http://schemas.openxmlformats.org/drawingml/2006/main">
              <a:ext uri="{FF2B5EF4-FFF2-40B4-BE49-F238E27FC236}">
                <a16:creationId xmlns:a16="http://schemas.microsoft.com/office/drawing/2014/main" id="{B1969B27-C60B-40F7-9B33-D067D86E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455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226/129/137</a:t>
            </a:r>
          </a:p>
        </p:txBody>
      </p:sp>
      <p:sp>
        <p:nvSpPr>
          <p:cNvPr id="1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64458D4-ADE3-4C1D-912F-303E264C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5070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19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226/129/152</a:t>
            </a:r>
          </a:p>
        </p:txBody>
      </p:sp>
      <p:sp>
        <p:nvSpPr>
          <p:cNvPr id="115" name="矩形 13">
            <a:extLst xmlns:a="http://schemas.openxmlformats.org/drawingml/2006/main">
              <a:ext uri="{FF2B5EF4-FFF2-40B4-BE49-F238E27FC236}">
                <a16:creationId xmlns:a16="http://schemas.microsoft.com/office/drawing/2014/main" id="{227F64F5-50E4-46CD-94C0-51CBAE9C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3818346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3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235/179/204</a:t>
            </a:r>
          </a:p>
        </p:txBody>
      </p:sp>
      <p:sp>
        <p:nvSpPr>
          <p:cNvPr id="116" name="矩形 13">
            <a:extLst xmlns:a="http://schemas.openxmlformats.org/drawingml/2006/main">
              <a:ext uri="{FF2B5EF4-FFF2-40B4-BE49-F238E27FC236}">
                <a16:creationId xmlns:a16="http://schemas.microsoft.com/office/drawing/2014/main" id="{6B62BCC0-C337-4DCF-8A14-7707B79C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1718" y="426303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3B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216/179/179</a:t>
            </a:r>
          </a:p>
        </p:txBody>
      </p:sp>
      <p:sp>
        <p:nvSpPr>
          <p:cNvPr id="117" name="矩形 13">
            <a:extLst xmlns:a="http://schemas.openxmlformats.org/drawingml/2006/main">
              <a:ext uri="{FF2B5EF4-FFF2-40B4-BE49-F238E27FC236}">
                <a16:creationId xmlns:a16="http://schemas.microsoft.com/office/drawing/2014/main" id="{0E14E632-76D2-4E84-ACCE-44F30775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4717" y="4709701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3B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250/211/187</a:t>
            </a:r>
          </a:p>
        </p:txBody>
      </p:sp>
      <p:sp>
        <p:nvSpPr>
          <p:cNvPr id="118" name="矩形 13">
            <a:extLst xmlns:a="http://schemas.openxmlformats.org/drawingml/2006/main">
              <a:ext uri="{FF2B5EF4-FFF2-40B4-BE49-F238E27FC236}">
                <a16:creationId xmlns:a16="http://schemas.microsoft.com/office/drawing/2014/main" id="{EDFB15D8-B25E-4341-961D-65901CEC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0631" y="5582366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8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208/232/196</a:t>
            </a:r>
          </a:p>
        </p:txBody>
      </p:sp>
      <p:sp>
        <p:nvSpPr>
          <p:cNvPr id="119" name="矩形 13">
            <a:extLst xmlns:a="http://schemas.openxmlformats.org/drawingml/2006/main">
              <a:ext uri="{FF2B5EF4-FFF2-40B4-BE49-F238E27FC236}">
                <a16:creationId xmlns:a16="http://schemas.microsoft.com/office/drawing/2014/main" id="{0D7A6A63-D506-48EC-9C43-016ADE6C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9284" y="5142249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254/238/193</a:t>
            </a:r>
          </a:p>
        </p:txBody>
      </p:sp>
      <p:sp>
        <p:nvSpPr>
          <p:cNvPr id="120" name="矩形 13">
            <a:extLst xmlns:a="http://schemas.openxmlformats.org/drawingml/2006/main">
              <a:ext uri="{FF2B5EF4-FFF2-40B4-BE49-F238E27FC236}">
                <a16:creationId xmlns:a16="http://schemas.microsoft.com/office/drawing/2014/main" id="{544B2B81-E1A2-470D-8688-263EB19D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2283" y="6021344"/>
            <a:ext cx="476160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9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190/233/238</a:t>
            </a:r>
          </a:p>
        </p:txBody>
      </p:sp>
      <p:sp>
        <p:nvSpPr>
          <p:cNvPr id="121" name="矩形 13">
            <a:extLst xmlns:a="http://schemas.openxmlformats.org/drawingml/2006/main">
              <a:ext uri="{FF2B5EF4-FFF2-40B4-BE49-F238E27FC236}">
                <a16:creationId xmlns:a16="http://schemas.microsoft.com/office/drawing/2014/main" id="{CC1EE33F-3B85-4ED3-A3C7-E7D0FA0E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659" y="2766050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239/178/184</a:t>
            </a:r>
          </a:p>
        </p:txBody>
      </p:sp>
      <p:sp>
        <p:nvSpPr>
          <p:cNvPr id="122" name="矩形 13">
            <a:extLst xmlns:a="http://schemas.openxmlformats.org/drawingml/2006/main">
              <a:ext uri="{FF2B5EF4-FFF2-40B4-BE49-F238E27FC236}">
                <a16:creationId xmlns:a16="http://schemas.microsoft.com/office/drawing/2014/main" id="{C2BF3C52-5010-49F0-A704-E5104329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72274" y="3207062"/>
            <a:ext cx="476160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3C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238/179/193</a:t>
            </a:r>
          </a:p>
        </p:txBody>
      </p:sp>
      <p:sp>
        <p:nvSpPr>
          <p:cNvPr id="123" name="矩形 13">
            <a:extLst xmlns:a="http://schemas.openxmlformats.org/drawingml/2006/main">
              <a:ext uri="{FF2B5EF4-FFF2-40B4-BE49-F238E27FC236}">
                <a16:creationId xmlns:a16="http://schemas.microsoft.com/office/drawing/2014/main" id="{7956B3F5-2CB4-486B-9CBE-D737344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6657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0/0/0</a:t>
            </a:r>
          </a:p>
        </p:txBody>
      </p:sp>
      <p:sp>
        <p:nvSpPr>
          <p:cNvPr id="124" name="矩形 13">
            <a:extLst xmlns:a="http://schemas.openxmlformats.org/drawingml/2006/main">
              <a:ext uri="{FF2B5EF4-FFF2-40B4-BE49-F238E27FC236}">
                <a16:creationId xmlns:a16="http://schemas.microsoft.com/office/drawing/2014/main" id="{B5A2BB8B-FFBD-48AE-9A79-20AE981E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5397" y="6459212"/>
            <a:ext cx="308961" cy="39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 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89/87/87</a:t>
            </a:r>
          </a:p>
        </p:txBody>
      </p:sp>
      <p:sp>
        <p:nvSpPr>
          <p:cNvPr id="125" name="矩形 13">
            <a:extLst xmlns:a="http://schemas.openxmlformats.org/drawingml/2006/main">
              <a:ext uri="{FF2B5EF4-FFF2-40B4-BE49-F238E27FC236}">
                <a16:creationId xmlns:a16="http://schemas.microsoft.com/office/drawing/2014/main" id="{8FAC0D63-AB93-4278-A360-E3C55145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3085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137/137/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126" name="矩形 13">
            <a:extLst xmlns:a="http://schemas.openxmlformats.org/drawingml/2006/main">
              <a:ext uri="{FF2B5EF4-FFF2-40B4-BE49-F238E27FC236}">
                <a16:creationId xmlns:a16="http://schemas.microsoft.com/office/drawing/2014/main" id="{AD036846-F6CB-4D29-9C8A-7B440812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736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181/181/</a:t>
            </a:r>
            <a:b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27" name="矩形 13">
            <a:extLst xmlns:a="http://schemas.openxmlformats.org/drawingml/2006/main">
              <a:ext uri="{FF2B5EF4-FFF2-40B4-BE49-F238E27FC236}">
                <a16:creationId xmlns:a16="http://schemas.microsoft.com/office/drawing/2014/main" id="{9C1F0AF0-A30B-4F9C-8DE6-AC4417DE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18565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 221/221/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221</a:t>
            </a:r>
          </a:p>
        </p:txBody>
      </p:sp>
      <p:sp>
        <p:nvSpPr>
          <p:cNvPr id="128" name="矩形 13">
            <a:extLst xmlns:a="http://schemas.openxmlformats.org/drawingml/2006/main">
              <a:ext uri="{FF2B5EF4-FFF2-40B4-BE49-F238E27FC236}">
                <a16:creationId xmlns:a16="http://schemas.microsoft.com/office/drawing/2014/main" id="{55D999C0-0AC0-4856-81C9-8E460F44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47639" y="6459212"/>
            <a:ext cx="308961" cy="399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B5B5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RGB</a:t>
            </a:r>
          </a:p>
          <a:p xmlns:a="http://schemas.openxmlformats.org/drawingml/2006/main">
            <a:pPr algn="ctr">
              <a:lnSpc>
                <a:spcPts val="620"/>
              </a:lnSpc>
              <a:buNone/>
            </a:pP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255/255/</a:t>
            </a:r>
            <a:b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</a:br>
            <a:r>
              <a:rPr sz="500" b="1">
                <a:solidFill>
                  <a:srgbClr val="595757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pic>
        <p:nvPicPr>
          <p:cNvPr id="47" name="Picture 46">
            <a:extLst xmlns:a="http://schemas.openxmlformats.org/drawingml/2006/main">
              <a:ext uri="{FF2B5EF4-FFF2-40B4-BE49-F238E27FC236}">
                <a16:creationId xmlns:a16="http://schemas.microsoft.com/office/drawing/2014/main" id="{6D4BBABD-7ADB-4B4F-8640-0D021EE5D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d9a1675734f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6176" y="6323416"/>
            <a:ext cx="1270800" cy="2750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xmlns:a="http://schemas.openxmlformats.org/drawingml/2006/main"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7180" indent="-297180" algn="l" defTabSz="1188085">
        <a:lnSpc>
          <a:spcPct val="90000"/>
        </a:lnSpc>
        <a:spcBef>
          <a:spcPts val="1300"/>
        </a:spcBef>
        <a:buFont typeface="Arial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90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63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35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71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16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525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250" indent="-297180" algn="l" defTabSz="1188085">
        <a:lnSpc>
          <a:spcPct val="90000"/>
        </a:lnSpc>
        <a:spcBef>
          <a:spcPts val="650"/>
        </a:spcBef>
        <a:buFont typeface="Arial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fidpmvyv">
      <a:majorFont>
        <a:latin typeface="Huawei Sans"/>
        <a:ea typeface="微软雅黑"/>
        <a:cs typeface=""/>
      </a:majorFont>
      <a:minorFont>
        <a:latin typeface="Huawei Sans"/>
        <a:ea typeface="微软雅黑"/>
        <a:cs typeface="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18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2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7.xml><?xml version="1.0" encoding="utf-8"?>
<a:theme xmlns:a="http://schemas.openxmlformats.org/drawingml/2006/main" name="4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8.xml><?xml version="1.0" encoding="utf-8"?>
<a:theme xmlns:a="http://schemas.openxmlformats.org/drawingml/2006/main" name="1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9.xml><?xml version="1.0" encoding="utf-8"?>
<a:theme xmlns:a="http://schemas.openxmlformats.org/drawingml/2006/main" name="4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ejifg51g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0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pdate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1.xml><?xml version="1.0" encoding="utf-8"?>
<a:theme xmlns:a="http://schemas.openxmlformats.org/drawingml/2006/main" name="1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e0gjcjy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2.xml><?xml version="1.0" encoding="utf-8"?>
<a:theme xmlns:a="http://schemas.openxmlformats.org/drawingml/2006/main" name="6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3.xml><?xml version="1.0" encoding="utf-8"?>
<a:theme xmlns:a="http://schemas.openxmlformats.org/drawingml/2006/main" name="6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4.xml><?xml version="1.0" encoding="utf-8"?>
<a:theme xmlns:a="http://schemas.openxmlformats.org/drawingml/2006/main" name="48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5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2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6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7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8.xml><?xml version="1.0" encoding="utf-8"?>
<a:theme xmlns:a="http://schemas.openxmlformats.org/drawingml/2006/main" name="1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e0gjcjy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9.xml><?xml version="1.0" encoding="utf-8"?>
<a:theme xmlns:a="http://schemas.openxmlformats.org/drawingml/2006/main" name="1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e0gjcjy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0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1.xml><?xml version="1.0" encoding="utf-8"?>
<a:theme xmlns:a="http://schemas.openxmlformats.org/drawingml/2006/main" name="21_章节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Masters/theme/theme23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d7b4b244bae447e" /><Relationship Type="http://schemas.openxmlformats.org/officeDocument/2006/relationships/notesSlide" Target="/ppt/notesSlides/notesSlide1.xml" Id="Re1b421020cac41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0846a6c6c40ac" /><Relationship Type="http://schemas.openxmlformats.org/officeDocument/2006/relationships/image" Target="/ppt/media/image6.png" Id="Rb38f90d07f134ca8" /><Relationship Type="http://schemas.openxmlformats.org/officeDocument/2006/relationships/notesSlide" Target="/ppt/notesSlides/notesSlide2.xml" Id="R7659f8eb311847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d79f77b1af4526" /><Relationship Type="http://schemas.openxmlformats.org/officeDocument/2006/relationships/notesSlide" Target="/ppt/notesSlides/notesSlide3.xml" Id="Ree8371b92e9641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0.xml" Id="R098d06a5e4f74ca4" /><Relationship Type="http://schemas.openxmlformats.org/officeDocument/2006/relationships/image" Target="/ppt/media/image7.png" Id="Re0f784d2a24c4f4c" /><Relationship Type="http://schemas.openxmlformats.org/officeDocument/2006/relationships/notesSlide" Target="/ppt/notesSlides/notesSlide4.xml" Id="Rc79e94f8b3724b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0.xml" Id="Rb0f874021ba44211" /><Relationship Type="http://schemas.openxmlformats.org/officeDocument/2006/relationships/image" Target="/ppt/media/image8.png" Id="R2fc050e5bdc24429" /><Relationship Type="http://schemas.openxmlformats.org/officeDocument/2006/relationships/notesSlide" Target="/ppt/notesSlides/notesSlide5.xml" Id="Rf15a0c76a6d24a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0.xml" Id="Rc1b76187d8bb46db" /><Relationship Type="http://schemas.openxmlformats.org/officeDocument/2006/relationships/image" Target="/ppt/media/image9.png" Id="R24e65353a75a4d1b" /><Relationship Type="http://schemas.openxmlformats.org/officeDocument/2006/relationships/notesSlide" Target="/ppt/notesSlides/notesSlide6.xml" Id="Rd27b2625702846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0.xml" Id="R1b0ec1f08e7f40e3" /><Relationship Type="http://schemas.openxmlformats.org/officeDocument/2006/relationships/image" Target="/ppt/media/image10.png" Id="R9dfb6c9c83724b4c" /><Relationship Type="http://schemas.openxmlformats.org/officeDocument/2006/relationships/notesSlide" Target="/ppt/notesSlides/notesSlide7.xml" Id="R764850d0a9d541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0.xml" Id="R7b98c62d81d5436a" /><Relationship Type="http://schemas.openxmlformats.org/officeDocument/2006/relationships/image" Target="/ppt/media/image11.png" Id="R4356f39510964dae" /><Relationship Type="http://schemas.openxmlformats.org/officeDocument/2006/relationships/notesSlide" Target="/ppt/notesSlides/notesSlide8.xml" Id="R3cd2ae0195524b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0.xml" Id="R8f46edad3f1148ad" /><Relationship Type="http://schemas.openxmlformats.org/officeDocument/2006/relationships/image" Target="/ppt/media/image12.png" Id="R52f971263ab14834" /><Relationship Type="http://schemas.openxmlformats.org/officeDocument/2006/relationships/notesSlide" Target="/ppt/notesSlides/notesSlide9.xml" Id="R5d20419797cf46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4715D7CF-F148-4AB8-A823-EA4D17B1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1962" y="2055861"/>
            <a:ext cx="5333198" cy="1339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ts val="344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defTabSz="913765">
              <a:lnSpc>
                <a:spcPct val="150000"/>
              </a:lnSpc>
              <a:buNone/>
            </a:pPr>
            <a:r>
              <a:rPr sz="2400">
                <a:solidFill>
                  <a:schemeClr val="bg1"/>
                </a:solidFill>
              </a:rPr>
              <a:t>KIMI K3</a:t>
            </a:r>
            <a:r>
              <a:rPr sz="2400" b="1">
                <a:solidFill>
                  <a:schemeClr val="bg1"/>
                </a:solidFill>
              </a:rPr>
              <a:t> </a:t>
            </a:r>
            <a:r>
              <a:rPr sz="2400" b="1">
                <a:solidFill>
                  <a:srgbClr val="1D1D1A"/>
                </a:solidFill>
              </a:rPr>
              <a:t>模型结构分析</a:t>
            </a:r>
            <a:endParaRPr sz="2400" b="1">
              <a:solidFill>
                <a:srgbClr val="1D1D1A"/>
              </a:solidFill>
            </a:endParaRPr>
          </a:p>
          <a:p xmlns:a="http://schemas.openxmlformats.org/drawingml/2006/main">
            <a:pPr defTabSz="913765">
              <a:lnSpc>
                <a:spcPct val="150000"/>
              </a:lnSpc>
              <a:buNone/>
            </a:pPr>
            <a:endParaRPr sz="2400" b="1">
              <a:solidFill>
                <a:srgbClr val="1D1D1A"/>
              </a:solidFill>
            </a:endParaRPr>
          </a:p>
          <a:p xmlns:a="http://schemas.openxmlformats.org/drawingml/2006/main">
            <a:pPr defTabSz="913765">
              <a:lnSpc>
                <a:spcPct val="150000"/>
              </a:lnSpc>
              <a:buNone/>
            </a:pPr>
            <a:endParaRPr sz="2400" b="1">
              <a:solidFill>
                <a:srgbClr val="1D1D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1055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1">
            <a:extLst xmlns:a="http://schemas.openxmlformats.org/drawingml/2006/main">
              <a:ext uri="{FF2B5EF4-FFF2-40B4-BE49-F238E27FC236}">
                <a16:creationId xmlns:a16="http://schemas.microsoft.com/office/drawing/2014/main" id="{51CAD365-9CAA-4C72-87D7-12A27D47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3118"/>
            <a:ext cx="12267344" cy="550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038" tIns="39019" rIns="78038" bIns="39019" anchor="ctr"/>
          <a:lstStyle xmlns:a="http://schemas.openxmlformats.org/drawingml/2006/main">
            <a:lvl1pPr algn="l" defTabSz="77597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+mj-lt"/>
                <a:ea typeface="+mj-lt"/>
                <a:cs typeface="+mj-lt"/>
              </a:defRPr>
            </a:lvl1pPr>
            <a:lvl2pPr algn="l" defTabSz="77597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2pPr>
            <a:lvl3pPr algn="l" defTabSz="77597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3pPr>
            <a:lvl4pPr algn="l" defTabSz="77597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4pPr>
            <a:lvl5pPr algn="l" defTabSz="77597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5pPr>
            <a:lvl6pPr marL="455930" algn="l" defTabSz="78232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6pPr>
            <a:lvl7pPr marL="911860" algn="l" defTabSz="78232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7pPr>
            <a:lvl8pPr marL="1368425" algn="l" defTabSz="78232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8pPr>
            <a:lvl9pPr marL="1824355" algn="l" defTabSz="78232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indent="0" algn="l" defTabSz="913130">
              <a:lnSpc>
                <a:spcPct val="100000"/>
              </a:lnSpc>
              <a:buFont typeface="Wingdings"/>
              <a:buNone/>
            </a:pP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K3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2.8T 参数开源模型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Agentic 8 项 SOTA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开源阵营首个 WebDev Arena 登顶</a:t>
            </a:r>
            <a:endParaRPr sz="1800" b="1" i="0" u="none" strike="noStrike" kern="1200" cap="none" spc="0" baseline="0">
              <a:ln>
                <a:noFill/>
              </a:ln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6" name="矩形 305">
            <a:extLst xmlns:a="http://schemas.openxmlformats.org/drawingml/2006/main">
              <a:ext uri="{FF2B5EF4-FFF2-40B4-BE49-F238E27FC236}">
                <a16:creationId xmlns:a16="http://schemas.microsoft.com/office/drawing/2014/main" id="{B4C7F540-28B6-4AF8-8D44-F49D7F65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7370"/>
            <a:ext cx="707390" cy="414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3175" cap="flat">
            <a:noFill/>
            <a:miter/>
          </a:ln>
        </p:spPr>
        <p:txBody>
          <a:bodyPr xmlns:a="http://schemas.openxmlformats.org/drawingml/2006/main" wrap="square" lIns="35949" tIns="35949" rIns="35949" bIns="35949" anchor="ctr">
            <a:noAutofit/>
          </a:bodyPr>
          <a:lstStyle xmlns:a="http://schemas.openxmlformats.org/drawingml/2006/main"/>
          <a:p xmlns:a="http://schemas.openxmlformats.org/drawingml/2006/main">
            <a:pPr algn="ctr" defTabSz="1718310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亮点</a:t>
            </a:r>
          </a:p>
        </p:txBody>
      </p:sp>
      <p:sp>
        <p:nvSpPr>
          <p:cNvPr id="307" name="矩形 306">
            <a:extLst xmlns:a="http://schemas.openxmlformats.org/drawingml/2006/main">
              <a:ext uri="{FF2B5EF4-FFF2-40B4-BE49-F238E27FC236}">
                <a16:creationId xmlns:a16="http://schemas.microsoft.com/office/drawing/2014/main" id="{7D138697-DC24-4827-8DE8-F11ED3A5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544195"/>
            <a:ext cx="11081385" cy="417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lumMod val="95000"/>
            </a:srgbClr>
          </a:solidFill>
          <a:ln xmlns:a="http://schemas.openxmlformats.org/drawingml/2006/main" w="12700" cap="flat" cmpd="sng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171450" indent="-171450" defTabSz="913130">
              <a:spcBef>
                <a:spcPct val="0"/>
              </a:spcBef>
              <a:spcAft>
                <a:spcPct val="0"/>
              </a:spcAft>
              <a:buFont typeface="Wingdings"/>
              <a:buChar char="Ø"/>
            </a:pPr>
            <a:r>
              <a:rPr sz="1200">
                <a:latin typeface="微软雅黑"/>
                <a:ea typeface="微软雅黑"/>
                <a:cs typeface="微软雅黑"/>
              </a:rPr>
              <a:t>2.8T </a:t>
            </a:r>
            <a:r>
              <a:rPr sz="1200">
                <a:latin typeface="微软雅黑"/>
                <a:ea typeface="微软雅黑"/>
                <a:cs typeface="微软雅黑"/>
              </a:rPr>
              <a:t>参数开源模型,</a:t>
            </a:r>
            <a:r>
              <a:rPr sz="1200">
                <a:latin typeface="微软雅黑"/>
                <a:ea typeface="微软雅黑"/>
                <a:cs typeface="微软雅黑"/>
              </a:rPr>
              <a:t>Agentic 8 </a:t>
            </a:r>
            <a:r>
              <a:rPr sz="1200">
                <a:latin typeface="微软雅黑"/>
                <a:ea typeface="微软雅黑"/>
                <a:cs typeface="微软雅黑"/>
              </a:rPr>
              <a:t>项 </a:t>
            </a:r>
            <a:r>
              <a:rPr sz="1200">
                <a:latin typeface="微软雅黑"/>
                <a:ea typeface="微软雅黑"/>
                <a:cs typeface="微软雅黑"/>
              </a:rPr>
              <a:t>SOTA</a:t>
            </a:r>
            <a:r>
              <a:rPr sz="1200">
                <a:latin typeface="微软雅黑"/>
                <a:ea typeface="微软雅黑"/>
                <a:cs typeface="微软雅黑"/>
              </a:rPr>
              <a:t>，开源阵营首个 </a:t>
            </a:r>
            <a:r>
              <a:rPr sz="1200">
                <a:latin typeface="微软雅黑"/>
                <a:ea typeface="微软雅黑"/>
                <a:cs typeface="微软雅黑"/>
              </a:rPr>
              <a:t>WebDev Arena </a:t>
            </a:r>
            <a:r>
              <a:rPr sz="1200">
                <a:latin typeface="微软雅黑"/>
                <a:ea typeface="微软雅黑"/>
                <a:cs typeface="微软雅黑"/>
              </a:rPr>
              <a:t>登顶</a:t>
            </a:r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86AB85DD-48BD-4132-B84E-749F12028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f90d07f134ca8"/>
          <a:srcRect xmlns:a="http://schemas.openxmlformats.org/drawingml/2006/main" l="0" t="6837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495" y="1113790"/>
            <a:ext cx="5170170" cy="2912745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53FC4BB-6157-496B-85A5-4608C812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72" y="4102100"/>
            <a:ext cx="508000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Kimi K3 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在 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66 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项基准中 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41 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项居对比首位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,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分 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Coding 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与 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General &amp; Visual Agents 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两组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,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对照 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Fable 5 / GPT-5.6 Sol / Opus 4.8 / GLM-5.2(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来源</a:t>
            </a:r>
            <a:r>
              <a:rPr sz="700" b="0">
                <a:solidFill>
                  <a:schemeClr val="bg1"/>
                </a:solidFill>
                <a:latin typeface="-apple-system"/>
                <a:ea typeface="-apple-system"/>
                <a:cs typeface="-apple-system"/>
              </a:rPr>
              <a:t>:Kimi K3 tech report v2,Figure 1)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D2B4179-300A-4E07-86B0-C6EFD457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95" y="4557395"/>
            <a:ext cx="4931410" cy="1923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72720" indent="-172720" algn="l">
              <a:lnSpc>
                <a:spcPct val="125000"/>
              </a:lnSpc>
              <a:buFont typeface="Wingdings"/>
              <a:buChar char=""/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8 项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SOTA</a:t>
            </a:r>
            <a:r>
              <a:rPr sz="10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0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ProgramBench 77.8 · SWE-Marathon 42.0 · BrowseComp 91.2 · MCPMark 94.5 · AutomationBench 30.8 · Harvey 94.6 · OmniDocBench 91.1 · Video-MME 90.0</a:t>
            </a:r>
          </a:p>
          <a:p xmlns:a="http://schemas.openxmlformats.org/drawingml/2006/main">
            <a:pPr marL="172720" indent="-172720" algn="l">
              <a:lnSpc>
                <a:spcPct val="125000"/>
              </a:lnSpc>
              <a:buFont typeface="Wingdings"/>
              <a:buChar char=""/>
            </a:pPr>
            <a:endParaRPr sz="10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2720" indent="-172720" algn="l">
              <a:lnSpc>
                <a:spcPct val="125000"/>
              </a:lnSpc>
              <a:buFont typeface="Wingdings"/>
              <a:buChar char=""/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对标闭源旗舰</a:t>
            </a:r>
            <a:r>
              <a:rPr sz="10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0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GPQA 93.5 / HLE 56.0 / Terminal-Bench 88.3 / FrontierSWE 81.2 </a:t>
            </a:r>
            <a:r>
              <a:rPr sz="10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等全面接近两大闭源旗舰</a:t>
            </a:r>
          </a:p>
          <a:p xmlns:a="http://schemas.openxmlformats.org/drawingml/2006/main">
            <a:pPr marL="172720" indent="-172720" algn="l">
              <a:lnSpc>
                <a:spcPct val="125000"/>
              </a:lnSpc>
              <a:buFont typeface="Wingdings"/>
              <a:buChar char=""/>
            </a:pPr>
            <a:endParaRPr sz="10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2720" indent="-172720" algn="l">
              <a:lnSpc>
                <a:spcPct val="125000"/>
              </a:lnSpc>
              <a:buFont typeface="Wingdings"/>
              <a:buChar char=""/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开源第一</a:t>
            </a:r>
            <a:r>
              <a:rPr sz="10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：全球首个开源 3</a:t>
            </a:r>
            <a:r>
              <a:rPr sz="10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T </a:t>
            </a:r>
            <a:r>
              <a:rPr sz="10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级模型即进入第一梯队，权重 </a:t>
            </a:r>
            <a:r>
              <a:rPr sz="10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MXFP4 </a:t>
            </a:r>
            <a:r>
              <a:rPr sz="10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开源（</a:t>
            </a:r>
            <a:r>
              <a:rPr sz="10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HF/ModelScope）</a:t>
            </a:r>
          </a:p>
          <a:p xmlns:a="http://schemas.openxmlformats.org/drawingml/2006/main">
            <a:pPr marL="172720" indent="-172720" algn="l">
              <a:lnSpc>
                <a:spcPct val="125000"/>
              </a:lnSpc>
              <a:buNone/>
            </a:pPr>
            <a:endParaRPr sz="10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7CEDE23-8DB8-4A86-B995-EC635266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685" y="1113790"/>
            <a:ext cx="4065270" cy="184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Wingdings"/>
              <a:buChar char=""/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K2 </a:t>
            </a: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到</a:t>
            </a: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K3</a:t>
            </a: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：七个维度全线放大，智能与速度同提效</a:t>
            </a: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2B77FE73-394B-401A-B859-27B02B6EE8E2}"/>
              </a:ext>
            </a:extLst>
          </p:cNvPr>
          <p:cNvGraphicFramePr/>
          <p:nvPr/>
        </p:nvGraphicFramePr>
        <p:xfrm>
          <a:off xmlns:a="http://schemas.openxmlformats.org/drawingml/2006/main" x="5861685" y="1350010"/>
          <a:ext xmlns:a="http://schemas.openxmlformats.org/drawingml/2006/main" cx="5932170" cy="22069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45895"/>
                <a:gridCol w="1473835"/>
                <a:gridCol w="1466215"/>
                <a:gridCol w="1546225"/>
              </a:tblGrid>
              <a:tr h="165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K2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K3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变化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1.04T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2.78T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167%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激活参数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32.6B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104.2B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220%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路由专家数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384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896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133%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 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token 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激活专家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注意力头数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训练上下文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128K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1M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8×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91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单位算力的智能产出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约为 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K2 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的 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 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百万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token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解码速度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最快 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6.3×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H20 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 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 </a:t>
                      </a: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提速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1.72-2.22×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表格 18">
            <a:extLst xmlns:a="http://schemas.openxmlformats.org/drawingml/2006/main">
              <a:ext uri="{FF2B5EF4-FFF2-40B4-BE49-F238E27FC236}">
                <a16:creationId xmlns:a16="http://schemas.microsoft.com/office/drawing/2014/main" id="{EB12990A-E519-4DC0-86E3-C17E6AD374A5}"/>
              </a:ext>
            </a:extLst>
          </p:cNvPr>
          <p:cNvGraphicFramePr/>
          <p:nvPr/>
        </p:nvGraphicFramePr>
        <p:xfrm>
          <a:off xmlns:a="http://schemas.openxmlformats.org/drawingml/2006/main" x="5861685" y="4026535"/>
          <a:ext xmlns:a="http://schemas.openxmlformats.org/drawingml/2006/main" cx="5952490" cy="24536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58240"/>
                <a:gridCol w="2474595"/>
                <a:gridCol w="2319655"/>
              </a:tblGrid>
              <a:tr h="168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创新点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效果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7C7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混合线性注意力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层中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层用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KDA: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固定大小状态取代逐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token KV cache,1M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上下文显存不再随序列长度膨胀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百万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token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上下文解码最快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6.3×(vs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等效全注意力模型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,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官方口径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5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Attention Residuals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深度方向也用注意力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每层按需读取前层表示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,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替代均匀累加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1×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算力匹配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1.25×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算力基线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;GPQA-Diamond 36.9→44.4(+7.5);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额外开销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&lt;2%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Stable LatentMoE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896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路由专家每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token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16,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再加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个全宽共享专家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;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专家走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3584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宽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latent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通道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稀疏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56×,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激活率约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1.8%,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激活参数仅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104B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per-head Muon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优化器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Muon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更新按注意力头分块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,2.8T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规模预训练全程稳定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官方定性结论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大规模训练稳定</a:t>
                      </a:r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quantile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负载均衡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用分位数估计替代逐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micro-batch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的原始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margin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交换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,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稳住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896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专家负载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通信开销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&lt;1%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MXFP4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全量量化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QAT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SFT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阶段起步、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group 32;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量化权重即训练产物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,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不是事后压缩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1.56TB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、单机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8×B300 </a:t>
                      </a:r>
                      <a:r>
                        <a:rPr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可跑</a:t>
                      </a:r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9220377-B06F-451E-B167-6DA4BF62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685" y="3763645"/>
            <a:ext cx="4065270" cy="184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Wingdings"/>
              <a:buChar char=""/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核心改进：六项创新</a:t>
            </a:r>
          </a:p>
        </p:txBody>
      </p:sp>
    </p:spTree>
    <p:extLst>
      <p:ext uri="{BB962C8B-B14F-4D97-AF65-F5344CB8AC3E}">
        <p14:creationId xmlns:p14="http://schemas.microsoft.com/office/powerpoint/2010/main" val="20611055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4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F7377A32-6235-4A7D-8B51-C1D6CF9A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600000" flipH="0" flipV="0">
            <a:off x="4138930" y="1704340"/>
            <a:ext cx="722630" cy="14287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LM head</a:t>
            </a:r>
            <a:endParaRPr sz="7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22" name="直接箭头连接符 221">
            <a:extLst xmlns:a="http://schemas.openxmlformats.org/drawingml/2006/main">
              <a:ext uri="{FF2B5EF4-FFF2-40B4-BE49-F238E27FC236}">
                <a16:creationId xmlns:a16="http://schemas.microsoft.com/office/drawing/2014/main" id="{28084ABA-3358-483C-BAA3-78D0A4B21BA0}"/>
              </a:ext>
            </a:extLst>
          </p:cNvPr>
          <p:cNvCxnSpPr>
            <a:stCxn xmlns:a="http://schemas.openxmlformats.org/drawingml/2006/main" id="209" idx="0"/>
            <a:endCxn xmlns:a="http://schemas.openxmlformats.org/drawingml/2006/main" id="214" idx="2"/>
          </p:cNvCxnSpPr>
          <p:nvPr/>
        </p:nvCxnSpPr>
        <p:spPr>
          <a:xfrm xmlns:a="http://schemas.openxmlformats.org/drawingml/2006/main" rot="0" flipH="1" flipV="1">
            <a:off x="4500245" y="1847215"/>
            <a:ext cx="1270" cy="6731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23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A45227E2-B8D0-49CE-B644-235C9AF2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600000" flipH="0" flipV="0">
            <a:off x="4138930" y="1461770"/>
            <a:ext cx="722630" cy="142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output</a:t>
            </a:r>
            <a:endParaRPr sz="7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24" name="直接箭头连接符 223">
            <a:extLst xmlns:a="http://schemas.openxmlformats.org/drawingml/2006/main">
              <a:ext uri="{FF2B5EF4-FFF2-40B4-BE49-F238E27FC236}">
                <a16:creationId xmlns:a16="http://schemas.microsoft.com/office/drawing/2014/main" id="{568C9282-300A-42AD-8609-08079E2C3F21}"/>
              </a:ext>
            </a:extLst>
          </p:cNvPr>
          <p:cNvCxnSpPr>
            <a:stCxn xmlns:a="http://schemas.openxmlformats.org/drawingml/2006/main" id="214" idx="0"/>
            <a:endCxn xmlns:a="http://schemas.openxmlformats.org/drawingml/2006/main" id="223" idx="2"/>
          </p:cNvCxnSpPr>
          <p:nvPr/>
        </p:nvCxnSpPr>
        <p:spPr>
          <a:xfrm xmlns:a="http://schemas.openxmlformats.org/drawingml/2006/main" rot="0" flipH="0" flipV="1">
            <a:off x="4500245" y="1604645"/>
            <a:ext cx="0" cy="9969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5FC785E8-70EB-471D-97CD-760DD1FC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2543175" y="2816225"/>
            <a:ext cx="3624580" cy="221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chemeClr val="tx1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 sz="1600"/>
          </a:p>
        </p:txBody>
      </p:sp>
      <p:sp>
        <p:nvSpPr>
          <p:cNvPr id="5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18E218B6-AF63-47B9-9D06-A8B7ABD3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0140" y="6278245"/>
            <a:ext cx="709930" cy="1263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embedding</a:t>
            </a:r>
          </a:p>
        </p:txBody>
      </p:sp>
      <p:cxnSp>
        <p:nvCxnSpPr>
          <p:cNvPr id="7" name="连接符: 肘形 183">
            <a:extLst xmlns:a="http://schemas.openxmlformats.org/drawingml/2006/main">
              <a:ext uri="{FF2B5EF4-FFF2-40B4-BE49-F238E27FC236}">
                <a16:creationId xmlns:a16="http://schemas.microsoft.com/office/drawing/2014/main" id="{9F16C10E-B6AE-4FCF-8114-8FD81E6A6B91}"/>
              </a:ext>
            </a:extLst>
          </p:cNvPr>
          <p:cNvCxnSpPr>
            <a:stCxn xmlns:a="http://schemas.openxmlformats.org/drawingml/2006/main" id="4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rot="16200000" flipH="0" flipV="0">
            <a:off x="4684395" y="6215380"/>
            <a:ext cx="125095" cy="513080"/>
          </a:xfrm>
          <a:prstGeom xmlns:a="http://schemas.openxmlformats.org/drawingml/2006/main" prst="bentConnector3">
            <a:avLst>
              <a:gd name="adj1" fmla="val 34010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67CDB38C-4D4F-4265-8B8F-CA9B74B3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0085" y="6282690"/>
            <a:ext cx="1026160" cy="1263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KimiK3VisionTower</a:t>
            </a:r>
          </a:p>
        </p:txBody>
      </p:sp>
      <p:sp>
        <p:nvSpPr>
          <p:cNvPr id="10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448E43DD-27B5-4A4E-9925-4F35160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0310" y="5981065"/>
            <a:ext cx="1480185" cy="1263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merge text + vision tokens</a:t>
            </a:r>
          </a:p>
        </p:txBody>
      </p:sp>
      <p:sp>
        <p:nvSpPr>
          <p:cNvPr id="4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BEB9C57D-686A-42C4-87C4-6811C72A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8775" y="6534150"/>
            <a:ext cx="641985" cy="12763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Input</a:t>
            </a:r>
          </a:p>
        </p:txBody>
      </p:sp>
      <p:cxnSp>
        <p:nvCxnSpPr>
          <p:cNvPr id="3" name="连接符: 肘形 183">
            <a:extLst xmlns:a="http://schemas.openxmlformats.org/drawingml/2006/main">
              <a:ext uri="{FF2B5EF4-FFF2-40B4-BE49-F238E27FC236}">
                <a16:creationId xmlns:a16="http://schemas.microsoft.com/office/drawing/2014/main" id="{0E2C4E1E-9875-4784-977E-34FE8131F84B}"/>
              </a:ext>
            </a:extLst>
          </p:cNvPr>
          <p:cNvCxnSpPr>
            <a:stCxn xmlns:a="http://schemas.openxmlformats.org/drawingml/2006/main" id="4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rot="16200000" flipH="0" flipV="1">
            <a:off x="4187825" y="6231890"/>
            <a:ext cx="129540" cy="474980"/>
          </a:xfrm>
          <a:prstGeom xmlns:a="http://schemas.openxmlformats.org/drawingml/2006/main" prst="bentConnector3">
            <a:avLst>
              <a:gd name="adj1" fmla="val 34313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09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924D01C8-AB7D-41F0-97E9-C7C3CE53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0205" y="1914525"/>
            <a:ext cx="641985" cy="12763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RMSNorm</a:t>
            </a:r>
          </a:p>
        </p:txBody>
      </p:sp>
      <p:cxnSp>
        <p:nvCxnSpPr>
          <p:cNvPr id="211" name="直接箭头连接符 210">
            <a:extLst xmlns:a="http://schemas.openxmlformats.org/drawingml/2006/main">
              <a:ext uri="{FF2B5EF4-FFF2-40B4-BE49-F238E27FC236}">
                <a16:creationId xmlns:a16="http://schemas.microsoft.com/office/drawing/2014/main" id="{90318E38-43FF-494E-A82F-97B5C24797DE}"/>
              </a:ext>
            </a:extLst>
          </p:cNvPr>
          <p:cNvCxnSpPr>
            <a:stCxn xmlns:a="http://schemas.openxmlformats.org/drawingml/2006/main" id="191" idx="6"/>
            <a:endCxn xmlns:a="http://schemas.openxmlformats.org/drawingml/2006/main" id="209" idx="2"/>
          </p:cNvCxnSpPr>
          <p:nvPr/>
        </p:nvCxnSpPr>
        <p:spPr>
          <a:xfrm xmlns:a="http://schemas.openxmlformats.org/drawingml/2006/main" rot="0" flipH="1" flipV="1">
            <a:off x="4501515" y="2042160"/>
            <a:ext cx="1905" cy="17208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2" name="矩形 261">
            <a:extLst xmlns:a="http://schemas.openxmlformats.org/drawingml/2006/main">
              <a:ext uri="{FF2B5EF4-FFF2-40B4-BE49-F238E27FC236}">
                <a16:creationId xmlns:a16="http://schemas.microsoft.com/office/drawing/2014/main" id="{8C04A291-97C3-43C5-86C1-3FF1CCC2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3687445" y="3999865"/>
            <a:ext cx="1654810" cy="1678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chemeClr val="tx1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39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C3C73BCE-ACEF-4D43-953D-424C88A3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42740" y="4293870"/>
            <a:ext cx="721360" cy="18605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Stable LatentMoE</a:t>
            </a:r>
          </a:p>
        </p:txBody>
      </p:sp>
      <p:sp>
        <p:nvSpPr>
          <p:cNvPr id="149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FCB0FE9A-6498-446B-9D1F-5F9234FB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5410" y="5500370"/>
            <a:ext cx="1157605" cy="12763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3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ResAttention</a:t>
            </a:r>
          </a:p>
        </p:txBody>
      </p:sp>
      <p:sp>
        <p:nvSpPr>
          <p:cNvPr id="150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6CED85AD-6648-4AD4-9736-59472A7A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3220" y="5260975"/>
            <a:ext cx="641985" cy="1130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RMSNorm</a:t>
            </a:r>
          </a:p>
        </p:txBody>
      </p:sp>
      <p:cxnSp>
        <p:nvCxnSpPr>
          <p:cNvPr id="151" name="直接箭头连接符 150">
            <a:extLst xmlns:a="http://schemas.openxmlformats.org/drawingml/2006/main">
              <a:ext uri="{FF2B5EF4-FFF2-40B4-BE49-F238E27FC236}">
                <a16:creationId xmlns:a16="http://schemas.microsoft.com/office/drawing/2014/main" id="{950C1D2D-ED79-4257-846A-247F1D09AF1B}"/>
              </a:ext>
            </a:extLst>
          </p:cNvPr>
          <p:cNvCxnSpPr>
            <a:stCxn xmlns:a="http://schemas.openxmlformats.org/drawingml/2006/main" id="149" idx="0"/>
            <a:endCxn xmlns:a="http://schemas.openxmlformats.org/drawingml/2006/main" id="150" idx="2"/>
          </p:cNvCxnSpPr>
          <p:nvPr/>
        </p:nvCxnSpPr>
        <p:spPr>
          <a:xfrm xmlns:a="http://schemas.openxmlformats.org/drawingml/2006/main" rot="0" flipH="0" flipV="1">
            <a:off x="4494530" y="5374005"/>
            <a:ext cx="0" cy="12636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4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2A442B13-BB64-489F-B38D-4E1B872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38930" y="5029200"/>
            <a:ext cx="710565" cy="12128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KDA</a:t>
            </a:r>
          </a:p>
        </p:txBody>
      </p:sp>
      <p:cxnSp>
        <p:nvCxnSpPr>
          <p:cNvPr id="155" name="直接箭头连接符 154">
            <a:extLst xmlns:a="http://schemas.openxmlformats.org/drawingml/2006/main">
              <a:ext uri="{FF2B5EF4-FFF2-40B4-BE49-F238E27FC236}">
                <a16:creationId xmlns:a16="http://schemas.microsoft.com/office/drawing/2014/main" id="{2B760FFB-87F8-480A-9D9D-6440BEB8D781}"/>
              </a:ext>
            </a:extLst>
          </p:cNvPr>
          <p:cNvCxnSpPr>
            <a:stCxn xmlns:a="http://schemas.openxmlformats.org/drawingml/2006/main" id="150" idx="0"/>
            <a:endCxn xmlns:a="http://schemas.openxmlformats.org/drawingml/2006/main" id="154" idx="2"/>
          </p:cNvCxnSpPr>
          <p:nvPr/>
        </p:nvCxnSpPr>
        <p:spPr>
          <a:xfrm xmlns:a="http://schemas.openxmlformats.org/drawingml/2006/main" rot="0" flipH="0" flipV="1">
            <a:off x="4494530" y="5150485"/>
            <a:ext cx="0" cy="11049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6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DFCA641A-4C33-41F2-91DC-6CE5E052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3220" y="4552315"/>
            <a:ext cx="641985" cy="1130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RMSNorm</a:t>
            </a:r>
          </a:p>
        </p:txBody>
      </p:sp>
      <p:cxnSp>
        <p:nvCxnSpPr>
          <p:cNvPr id="157" name="直接箭头连接符 156">
            <a:extLst xmlns:a="http://schemas.openxmlformats.org/drawingml/2006/main">
              <a:ext uri="{FF2B5EF4-FFF2-40B4-BE49-F238E27FC236}">
                <a16:creationId xmlns:a16="http://schemas.microsoft.com/office/drawing/2014/main" id="{2A48990F-5201-402E-991A-FE433D574451}"/>
              </a:ext>
            </a:extLst>
          </p:cNvPr>
          <p:cNvCxnSpPr>
            <a:stCxn xmlns:a="http://schemas.openxmlformats.org/drawingml/2006/main" id="154" idx="0"/>
            <a:endCxn xmlns:a="http://schemas.openxmlformats.org/drawingml/2006/main" id="158" idx="2"/>
          </p:cNvCxnSpPr>
          <p:nvPr/>
        </p:nvCxnSpPr>
        <p:spPr>
          <a:xfrm xmlns:a="http://schemas.openxmlformats.org/drawingml/2006/main" rot="0" flipH="1" flipV="1">
            <a:off x="4488180" y="4896485"/>
            <a:ext cx="6350" cy="13271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8" name="流程图: 或者 157">
            <a:extLst xmlns:a="http://schemas.openxmlformats.org/drawingml/2006/main">
              <a:ext uri="{FF2B5EF4-FFF2-40B4-BE49-F238E27FC236}">
                <a16:creationId xmlns:a16="http://schemas.microsoft.com/office/drawing/2014/main" id="{592F658E-A5E5-44BF-B15F-942E37F5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4424045" y="4763135"/>
            <a:ext cx="128270" cy="138430"/>
          </a:xfrm>
          <a:prstGeom xmlns:a="http://schemas.openxmlformats.org/drawingml/2006/main" prst="flowChartOr">
            <a:avLst/>
          </a:prstGeom>
          <a:noFill xmlns:a="http://schemas.openxmlformats.org/drawingml/2006/main"/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cxnSp>
        <p:nvCxnSpPr>
          <p:cNvPr id="159" name="直接箭头连接符 158">
            <a:extLst xmlns:a="http://schemas.openxmlformats.org/drawingml/2006/main">
              <a:ext uri="{FF2B5EF4-FFF2-40B4-BE49-F238E27FC236}">
                <a16:creationId xmlns:a16="http://schemas.microsoft.com/office/drawing/2014/main" id="{560A312F-7A76-4BF0-9AC0-318BB172C37C}"/>
              </a:ext>
            </a:extLst>
          </p:cNvPr>
          <p:cNvCxnSpPr>
            <a:stCxn xmlns:a="http://schemas.openxmlformats.org/drawingml/2006/main" id="158" idx="6"/>
            <a:endCxn xmlns:a="http://schemas.openxmlformats.org/drawingml/2006/main" id="156" idx="2"/>
          </p:cNvCxnSpPr>
          <p:nvPr/>
        </p:nvCxnSpPr>
        <p:spPr>
          <a:xfrm xmlns:a="http://schemas.openxmlformats.org/drawingml/2006/main" rot="0" flipH="0" flipV="1">
            <a:off x="4488180" y="4665345"/>
            <a:ext cx="6350" cy="10287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1" name="直接箭头连接符 160">
            <a:extLst xmlns:a="http://schemas.openxmlformats.org/drawingml/2006/main">
              <a:ext uri="{FF2B5EF4-FFF2-40B4-BE49-F238E27FC236}">
                <a16:creationId xmlns:a16="http://schemas.microsoft.com/office/drawing/2014/main" id="{27CFAF67-9592-41F4-A06D-D9C88A69804C}"/>
              </a:ext>
            </a:extLst>
          </p:cNvPr>
          <p:cNvCxnSpPr>
            <a:stCxn xmlns:a="http://schemas.openxmlformats.org/drawingml/2006/main" id="156" idx="0"/>
          </p:cNvCxnSpPr>
          <p:nvPr/>
        </p:nvCxnSpPr>
        <p:spPr>
          <a:xfrm xmlns:a="http://schemas.openxmlformats.org/drawingml/2006/main" rot="0" flipH="0" flipV="1">
            <a:off x="4494530" y="4425950"/>
            <a:ext cx="0" cy="12636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2" name="流程图: 或者 161">
            <a:extLst xmlns:a="http://schemas.openxmlformats.org/drawingml/2006/main">
              <a:ext uri="{FF2B5EF4-FFF2-40B4-BE49-F238E27FC236}">
                <a16:creationId xmlns:a16="http://schemas.microsoft.com/office/drawing/2014/main" id="{EB96227D-B203-46F5-8678-3728AC94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4429760" y="4067175"/>
            <a:ext cx="128270" cy="138430"/>
          </a:xfrm>
          <a:prstGeom xmlns:a="http://schemas.openxmlformats.org/drawingml/2006/main" prst="flowChartOr">
            <a:avLst/>
          </a:prstGeom>
          <a:noFill xmlns:a="http://schemas.openxmlformats.org/drawingml/2006/main"/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cxnSp>
        <p:nvCxnSpPr>
          <p:cNvPr id="163" name="直接箭头连接符 162">
            <a:extLst xmlns:a="http://schemas.openxmlformats.org/drawingml/2006/main">
              <a:ext uri="{FF2B5EF4-FFF2-40B4-BE49-F238E27FC236}">
                <a16:creationId xmlns:a16="http://schemas.microsoft.com/office/drawing/2014/main" id="{B815EC36-133C-4097-9FFD-0D2D5F861D17}"/>
              </a:ext>
            </a:extLst>
          </p:cNvPr>
          <p:cNvCxnSpPr>
            <a:endCxn xmlns:a="http://schemas.openxmlformats.org/drawingml/2006/main" id="162" idx="2"/>
          </p:cNvCxnSpPr>
          <p:nvPr/>
        </p:nvCxnSpPr>
        <p:spPr>
          <a:xfrm xmlns:a="http://schemas.openxmlformats.org/drawingml/2006/main" rot="0" flipH="0" flipV="1">
            <a:off x="4493895" y="4200525"/>
            <a:ext cx="0" cy="12890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4" name="连接符: 肘形 270">
            <a:extLst xmlns:a="http://schemas.openxmlformats.org/drawingml/2006/main">
              <a:ext uri="{FF2B5EF4-FFF2-40B4-BE49-F238E27FC236}">
                <a16:creationId xmlns:a16="http://schemas.microsoft.com/office/drawing/2014/main" id="{C5DB3E3A-8A15-4BEE-AB61-0CE29CDEF23C}"/>
              </a:ext>
            </a:extLst>
          </p:cNvPr>
          <p:cNvCxnSpPr/>
          <p:nvPr/>
        </p:nvCxnSpPr>
        <p:spPr>
          <a:xfrm xmlns:a="http://schemas.openxmlformats.org/drawingml/2006/main" rot="10800000" flipH="1" flipV="0">
            <a:off x="4434205" y="4144010"/>
            <a:ext cx="5715" cy="695960"/>
          </a:xfrm>
          <a:prstGeom xmlns:a="http://schemas.openxmlformats.org/drawingml/2006/main" prst="bentConnector3">
            <a:avLst>
              <a:gd name="adj1" fmla="val -8399999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5" name="连接符: 肘形 270">
            <a:extLst xmlns:a="http://schemas.openxmlformats.org/drawingml/2006/main">
              <a:ext uri="{FF2B5EF4-FFF2-40B4-BE49-F238E27FC236}">
                <a16:creationId xmlns:a16="http://schemas.microsoft.com/office/drawing/2014/main" id="{2B592A92-7B12-41DB-821A-B1C9DD0645C5}"/>
              </a:ext>
            </a:extLst>
          </p:cNvPr>
          <p:cNvCxnSpPr>
            <a:stCxn xmlns:a="http://schemas.openxmlformats.org/drawingml/2006/main" id="149" idx="3"/>
            <a:endCxn xmlns:a="http://schemas.openxmlformats.org/drawingml/2006/main" id="158" idx="4"/>
          </p:cNvCxnSpPr>
          <p:nvPr/>
        </p:nvCxnSpPr>
        <p:spPr>
          <a:xfrm xmlns:a="http://schemas.openxmlformats.org/drawingml/2006/main" rot="0" flipH="1" flipV="1">
            <a:off x="4557395" y="4832350"/>
            <a:ext cx="515620" cy="732155"/>
          </a:xfrm>
          <a:prstGeom xmlns:a="http://schemas.openxmlformats.org/drawingml/2006/main" prst="bentConnector3">
            <a:avLst>
              <a:gd name="adj1" fmla="val -46182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7" name="文本框 266">
            <a:extLst xmlns:a="http://schemas.openxmlformats.org/drawingml/2006/main">
              <a:ext uri="{FF2B5EF4-FFF2-40B4-BE49-F238E27FC236}">
                <a16:creationId xmlns:a16="http://schemas.microsoft.com/office/drawing/2014/main" id="{08DA95CF-BD99-4F32-A3E0-2E8B0B87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6020" y="4036695"/>
            <a:ext cx="946785" cy="10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Linear Attention</a:t>
            </a:r>
          </a:p>
        </p:txBody>
      </p:sp>
      <p:sp>
        <p:nvSpPr>
          <p:cNvPr id="253" name="矩形 252">
            <a:extLst xmlns:a="http://schemas.openxmlformats.org/drawingml/2006/main">
              <a:ext uri="{FF2B5EF4-FFF2-40B4-BE49-F238E27FC236}">
                <a16:creationId xmlns:a16="http://schemas.microsoft.com/office/drawing/2014/main" id="{C6DFCD88-81EA-497C-AC77-C3EB8DD2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3630930" y="2206625"/>
            <a:ext cx="1761490" cy="167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chemeClr val="tx1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 sz="1600"/>
          </a:p>
        </p:txBody>
      </p:sp>
      <p:sp>
        <p:nvSpPr>
          <p:cNvPr id="169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8F661076-EBFE-4A1E-AE51-4EA5C3CF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45915" y="2454275"/>
            <a:ext cx="721360" cy="18605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Stable LatentMoE</a:t>
            </a:r>
          </a:p>
        </p:txBody>
      </p:sp>
      <p:sp>
        <p:nvSpPr>
          <p:cNvPr id="174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2DED88CB-AD8E-43B3-8C48-4A31A387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8585" y="3756660"/>
            <a:ext cx="1157605" cy="12763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3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ResAttention</a:t>
            </a:r>
          </a:p>
        </p:txBody>
      </p:sp>
      <p:sp>
        <p:nvSpPr>
          <p:cNvPr id="176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8C84FA6F-870B-4AF1-AFC6-6FC104C5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6395" y="3527425"/>
            <a:ext cx="641985" cy="1130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RMSNorm</a:t>
            </a:r>
          </a:p>
        </p:txBody>
      </p:sp>
      <p:cxnSp>
        <p:nvCxnSpPr>
          <p:cNvPr id="178" name="直接箭头连接符 177">
            <a:extLst xmlns:a="http://schemas.openxmlformats.org/drawingml/2006/main">
              <a:ext uri="{FF2B5EF4-FFF2-40B4-BE49-F238E27FC236}">
                <a16:creationId xmlns:a16="http://schemas.microsoft.com/office/drawing/2014/main" id="{E1876BC1-F78C-4290-B499-F2B06466B260}"/>
              </a:ext>
            </a:extLst>
          </p:cNvPr>
          <p:cNvCxnSpPr>
            <a:stCxn xmlns:a="http://schemas.openxmlformats.org/drawingml/2006/main" id="174" idx="0"/>
            <a:endCxn xmlns:a="http://schemas.openxmlformats.org/drawingml/2006/main" id="176" idx="2"/>
          </p:cNvCxnSpPr>
          <p:nvPr/>
        </p:nvCxnSpPr>
        <p:spPr>
          <a:xfrm xmlns:a="http://schemas.openxmlformats.org/drawingml/2006/main" rot="0" flipH="0" flipV="1">
            <a:off x="4497705" y="3640455"/>
            <a:ext cx="0" cy="11620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9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AC576321-BB28-4B34-9D97-A6EE334E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5430" y="3205480"/>
            <a:ext cx="852170" cy="22669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GatedMLA Attention</a:t>
            </a:r>
          </a:p>
        </p:txBody>
      </p:sp>
      <p:sp>
        <p:nvSpPr>
          <p:cNvPr id="182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C0726603-AC92-4FCA-AD56-56DACF46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6395" y="2738755"/>
            <a:ext cx="641985" cy="1130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RMSNorm</a:t>
            </a:r>
          </a:p>
        </p:txBody>
      </p:sp>
      <p:cxnSp>
        <p:nvCxnSpPr>
          <p:cNvPr id="183" name="直接箭头连接符 182">
            <a:extLst xmlns:a="http://schemas.openxmlformats.org/drawingml/2006/main">
              <a:ext uri="{FF2B5EF4-FFF2-40B4-BE49-F238E27FC236}">
                <a16:creationId xmlns:a16="http://schemas.microsoft.com/office/drawing/2014/main" id="{2FB72EB2-152E-485B-AE91-490B200D0CF9}"/>
              </a:ext>
            </a:extLst>
          </p:cNvPr>
          <p:cNvCxnSpPr>
            <a:stCxn xmlns:a="http://schemas.openxmlformats.org/drawingml/2006/main" id="179" idx="0"/>
            <a:endCxn xmlns:a="http://schemas.openxmlformats.org/drawingml/2006/main" id="185" idx="2"/>
          </p:cNvCxnSpPr>
          <p:nvPr/>
        </p:nvCxnSpPr>
        <p:spPr>
          <a:xfrm xmlns:a="http://schemas.openxmlformats.org/drawingml/2006/main" rot="0" flipH="1" flipV="1">
            <a:off x="4497705" y="3073400"/>
            <a:ext cx="3810" cy="13208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5" name="流程图: 或者 184">
            <a:extLst xmlns:a="http://schemas.openxmlformats.org/drawingml/2006/main">
              <a:ext uri="{FF2B5EF4-FFF2-40B4-BE49-F238E27FC236}">
                <a16:creationId xmlns:a16="http://schemas.microsoft.com/office/drawing/2014/main" id="{430DB30D-DA62-4C40-AD76-A2C494A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4432935" y="2959100"/>
            <a:ext cx="128270" cy="138430"/>
          </a:xfrm>
          <a:prstGeom xmlns:a="http://schemas.openxmlformats.org/drawingml/2006/main" prst="flowChartOr">
            <a:avLst/>
          </a:prstGeom>
          <a:noFill xmlns:a="http://schemas.openxmlformats.org/drawingml/2006/main"/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cxnSp>
        <p:nvCxnSpPr>
          <p:cNvPr id="186" name="直接箭头连接符 185">
            <a:extLst xmlns:a="http://schemas.openxmlformats.org/drawingml/2006/main">
              <a:ext uri="{FF2B5EF4-FFF2-40B4-BE49-F238E27FC236}">
                <a16:creationId xmlns:a16="http://schemas.microsoft.com/office/drawing/2014/main" id="{806664DB-F384-4265-B024-845B9410B7E1}"/>
              </a:ext>
            </a:extLst>
          </p:cNvPr>
          <p:cNvCxnSpPr>
            <a:stCxn xmlns:a="http://schemas.openxmlformats.org/drawingml/2006/main" id="185" idx="6"/>
            <a:endCxn xmlns:a="http://schemas.openxmlformats.org/drawingml/2006/main" id="182" idx="2"/>
          </p:cNvCxnSpPr>
          <p:nvPr/>
        </p:nvCxnSpPr>
        <p:spPr>
          <a:xfrm xmlns:a="http://schemas.openxmlformats.org/drawingml/2006/main" rot="0" flipH="0" flipV="1">
            <a:off x="4497070" y="2851785"/>
            <a:ext cx="635" cy="11239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89" name="直接箭头连接符 188">
            <a:extLst xmlns:a="http://schemas.openxmlformats.org/drawingml/2006/main">
              <a:ext uri="{FF2B5EF4-FFF2-40B4-BE49-F238E27FC236}">
                <a16:creationId xmlns:a16="http://schemas.microsoft.com/office/drawing/2014/main" id="{7CD7CD95-F628-44ED-BE8C-54D0673F9383}"/>
              </a:ext>
            </a:extLst>
          </p:cNvPr>
          <p:cNvCxnSpPr>
            <a:stCxn xmlns:a="http://schemas.openxmlformats.org/drawingml/2006/main" id="182" idx="0"/>
          </p:cNvCxnSpPr>
          <p:nvPr/>
        </p:nvCxnSpPr>
        <p:spPr>
          <a:xfrm xmlns:a="http://schemas.openxmlformats.org/drawingml/2006/main" rot="0" flipH="0" flipV="1">
            <a:off x="4497705" y="2612390"/>
            <a:ext cx="0" cy="12636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1" name="流程图: 或者 190">
            <a:extLst xmlns:a="http://schemas.openxmlformats.org/drawingml/2006/main">
              <a:ext uri="{FF2B5EF4-FFF2-40B4-BE49-F238E27FC236}">
                <a16:creationId xmlns:a16="http://schemas.microsoft.com/office/drawing/2014/main" id="{F7EA53CD-F972-4640-80F9-4C2EF589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4439285" y="2209165"/>
            <a:ext cx="128270" cy="138430"/>
          </a:xfrm>
          <a:prstGeom xmlns:a="http://schemas.openxmlformats.org/drawingml/2006/main" prst="flowChartOr">
            <a:avLst/>
          </a:prstGeom>
          <a:noFill xmlns:a="http://schemas.openxmlformats.org/drawingml/2006/main"/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cxnSp>
        <p:nvCxnSpPr>
          <p:cNvPr id="193" name="直接箭头连接符 192">
            <a:extLst xmlns:a="http://schemas.openxmlformats.org/drawingml/2006/main">
              <a:ext uri="{FF2B5EF4-FFF2-40B4-BE49-F238E27FC236}">
                <a16:creationId xmlns:a16="http://schemas.microsoft.com/office/drawing/2014/main" id="{E3EE7A9D-C7B8-455E-842B-2873D8AAAF35}"/>
              </a:ext>
            </a:extLst>
          </p:cNvPr>
          <p:cNvCxnSpPr>
            <a:stCxn xmlns:a="http://schemas.openxmlformats.org/drawingml/2006/main" id="169" idx="0"/>
            <a:endCxn xmlns:a="http://schemas.openxmlformats.org/drawingml/2006/main" id="191" idx="2"/>
          </p:cNvCxnSpPr>
          <p:nvPr/>
        </p:nvCxnSpPr>
        <p:spPr>
          <a:xfrm xmlns:a="http://schemas.openxmlformats.org/drawingml/2006/main" rot="0" flipH="1" flipV="1">
            <a:off x="4503420" y="2342515"/>
            <a:ext cx="3175" cy="11176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95" name="连接符: 肘形 270">
            <a:extLst xmlns:a="http://schemas.openxmlformats.org/drawingml/2006/main">
              <a:ext uri="{FF2B5EF4-FFF2-40B4-BE49-F238E27FC236}">
                <a16:creationId xmlns:a16="http://schemas.microsoft.com/office/drawing/2014/main" id="{D0A8717E-B081-4E6E-A89E-244C127F8BCC}"/>
              </a:ext>
            </a:extLst>
          </p:cNvPr>
          <p:cNvCxnSpPr>
            <a:stCxn xmlns:a="http://schemas.openxmlformats.org/drawingml/2006/main" id="185" idx="0"/>
            <a:endCxn xmlns:a="http://schemas.openxmlformats.org/drawingml/2006/main" id="191" idx="0"/>
          </p:cNvCxnSpPr>
          <p:nvPr/>
        </p:nvCxnSpPr>
        <p:spPr>
          <a:xfrm xmlns:a="http://schemas.openxmlformats.org/drawingml/2006/main" rot="10800000" flipH="1" flipV="0">
            <a:off x="4427855" y="2278380"/>
            <a:ext cx="6350" cy="749935"/>
          </a:xfrm>
          <a:prstGeom xmlns:a="http://schemas.openxmlformats.org/drawingml/2006/main" prst="bentConnector3">
            <a:avLst>
              <a:gd name="adj1" fmla="val -7550000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8" name="直接箭头连接符 207">
            <a:extLst xmlns:a="http://schemas.openxmlformats.org/drawingml/2006/main">
              <a:ext uri="{FF2B5EF4-FFF2-40B4-BE49-F238E27FC236}">
                <a16:creationId xmlns:a16="http://schemas.microsoft.com/office/drawing/2014/main" id="{B98535F1-2CFB-426F-927B-649A3CB47067}"/>
              </a:ext>
            </a:extLst>
          </p:cNvPr>
          <p:cNvCxnSpPr>
            <a:stCxn xmlns:a="http://schemas.openxmlformats.org/drawingml/2006/main" id="176" idx="0"/>
            <a:endCxn xmlns:a="http://schemas.openxmlformats.org/drawingml/2006/main" id="179" idx="2"/>
          </p:cNvCxnSpPr>
          <p:nvPr/>
        </p:nvCxnSpPr>
        <p:spPr>
          <a:xfrm xmlns:a="http://schemas.openxmlformats.org/drawingml/2006/main" rot="0" flipH="0" flipV="1">
            <a:off x="4497705" y="3432175"/>
            <a:ext cx="3810" cy="9525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6" name="连接符: 肘形 270">
            <a:extLst xmlns:a="http://schemas.openxmlformats.org/drawingml/2006/main">
              <a:ext uri="{FF2B5EF4-FFF2-40B4-BE49-F238E27FC236}">
                <a16:creationId xmlns:a16="http://schemas.microsoft.com/office/drawing/2014/main" id="{7B7BC1B3-CFFC-41A3-9D1E-67B48A607A07}"/>
              </a:ext>
            </a:extLst>
          </p:cNvPr>
          <p:cNvCxnSpPr>
            <a:stCxn xmlns:a="http://schemas.openxmlformats.org/drawingml/2006/main" id="174" idx="3"/>
            <a:endCxn xmlns:a="http://schemas.openxmlformats.org/drawingml/2006/main" id="185" idx="4"/>
          </p:cNvCxnSpPr>
          <p:nvPr/>
        </p:nvCxnSpPr>
        <p:spPr>
          <a:xfrm xmlns:a="http://schemas.openxmlformats.org/drawingml/2006/main" rot="0" flipH="1" flipV="1">
            <a:off x="4566285" y="3028315"/>
            <a:ext cx="509905" cy="792480"/>
          </a:xfrm>
          <a:prstGeom xmlns:a="http://schemas.openxmlformats.org/drawingml/2006/main" prst="bentConnector3">
            <a:avLst>
              <a:gd name="adj1" fmla="val -46700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9" name="文本框 268">
            <a:extLst xmlns:a="http://schemas.openxmlformats.org/drawingml/2006/main">
              <a:ext uri="{FF2B5EF4-FFF2-40B4-BE49-F238E27FC236}">
                <a16:creationId xmlns:a16="http://schemas.microsoft.com/office/drawing/2014/main" id="{8541B019-60DE-4F02-B66B-CF93E963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1415" y="2165985"/>
            <a:ext cx="1225550" cy="10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Full Attention</a:t>
            </a:r>
          </a:p>
        </p:txBody>
      </p:sp>
      <p:sp>
        <p:nvSpPr>
          <p:cNvPr id="47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4AFA0047-4069-4127-B7F5-C9570468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0310" y="5757545"/>
            <a:ext cx="1480185" cy="1263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KDA + Dense MLP</a:t>
            </a:r>
          </a:p>
        </p:txBody>
      </p:sp>
      <p:cxnSp>
        <p:nvCxnSpPr>
          <p:cNvPr id="49" name="肘形连接符 48">
            <a:extLst xmlns:a="http://schemas.openxmlformats.org/drawingml/2006/main">
              <a:ext uri="{FF2B5EF4-FFF2-40B4-BE49-F238E27FC236}">
                <a16:creationId xmlns:a16="http://schemas.microsoft.com/office/drawing/2014/main" id="{3E2B1016-BEA6-4A8F-A464-E829AAD0833F}"/>
              </a:ext>
            </a:extLst>
          </p:cNvPr>
          <p:cNvCxnSpPr>
            <a:stCxn xmlns:a="http://schemas.openxmlformats.org/drawingml/2006/main" id="5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rot="16200000" flipH="0" flipV="0">
            <a:off x="4167505" y="5955665"/>
            <a:ext cx="170815" cy="47498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3" name="肘形连接符 52">
            <a:extLst xmlns:a="http://schemas.openxmlformats.org/drawingml/2006/main">
              <a:ext uri="{FF2B5EF4-FFF2-40B4-BE49-F238E27FC236}">
                <a16:creationId xmlns:a16="http://schemas.microsoft.com/office/drawing/2014/main" id="{C8A31A96-D13C-4BAF-8BEF-84D7189DF21E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rot="16200000" flipH="0" flipV="1">
            <a:off x="4658995" y="5938520"/>
            <a:ext cx="175895" cy="512445"/>
          </a:xfrm>
          <a:prstGeom xmlns:a="http://schemas.openxmlformats.org/drawingml/2006/main" prst="bentConnector3">
            <a:avLst>
              <a:gd name="adj1" fmla="val 49838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3" name="直接箭头连接符 72">
            <a:extLst xmlns:a="http://schemas.openxmlformats.org/drawingml/2006/main">
              <a:ext uri="{FF2B5EF4-FFF2-40B4-BE49-F238E27FC236}">
                <a16:creationId xmlns:a16="http://schemas.microsoft.com/office/drawing/2014/main" id="{467145D3-D42A-4550-9CD9-A429B3300078}"/>
              </a:ext>
            </a:extLst>
          </p:cNvPr>
          <p:cNvCxnSpPr>
            <a:stCxn xmlns:a="http://schemas.openxmlformats.org/drawingml/2006/main" id="162" idx="6"/>
            <a:endCxn xmlns:a="http://schemas.openxmlformats.org/drawingml/2006/main" id="174" idx="2"/>
          </p:cNvCxnSpPr>
          <p:nvPr/>
        </p:nvCxnSpPr>
        <p:spPr>
          <a:xfrm xmlns:a="http://schemas.openxmlformats.org/drawingml/2006/main" rot="0" flipH="0" flipV="1">
            <a:off x="4493895" y="3884295"/>
            <a:ext cx="3810" cy="18796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7" name="直接箭头连接符 76">
            <a:extLst xmlns:a="http://schemas.openxmlformats.org/drawingml/2006/main">
              <a:ext uri="{FF2B5EF4-FFF2-40B4-BE49-F238E27FC236}">
                <a16:creationId xmlns:a16="http://schemas.microsoft.com/office/drawing/2014/main" id="{A92EE725-42B0-4609-B538-D914FE104931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rot="0" flipH="0" flipV="1">
            <a:off x="4490720" y="5883910"/>
            <a:ext cx="0" cy="9715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2" name="直接箭头连接符 81">
            <a:extLst xmlns:a="http://schemas.openxmlformats.org/drawingml/2006/main">
              <a:ext uri="{FF2B5EF4-FFF2-40B4-BE49-F238E27FC236}">
                <a16:creationId xmlns:a16="http://schemas.microsoft.com/office/drawing/2014/main" id="{CADCB672-9EE9-4FF1-B679-CDD2A11F3292}"/>
              </a:ext>
            </a:extLst>
          </p:cNvPr>
          <p:cNvCxnSpPr>
            <a:stCxn xmlns:a="http://schemas.openxmlformats.org/drawingml/2006/main" id="47" idx="0"/>
            <a:endCxn xmlns:a="http://schemas.openxmlformats.org/drawingml/2006/main" id="149" idx="2"/>
          </p:cNvCxnSpPr>
          <p:nvPr/>
        </p:nvCxnSpPr>
        <p:spPr>
          <a:xfrm xmlns:a="http://schemas.openxmlformats.org/drawingml/2006/main" rot="0" flipH="0" flipV="1">
            <a:off x="4490720" y="5628005"/>
            <a:ext cx="3810" cy="12954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BB0DBF59-6CD7-444C-98EA-59A1504F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93110" y="2208530"/>
            <a:ext cx="297815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Block</a:t>
            </a:r>
          </a:p>
        </p:txBody>
      </p:sp>
      <p:sp>
        <p:nvSpPr>
          <p:cNvPr id="91" name="文本框 90">
            <a:extLst xmlns:a="http://schemas.openxmlformats.org/drawingml/2006/main">
              <a:ext uri="{FF2B5EF4-FFF2-40B4-BE49-F238E27FC236}">
                <a16:creationId xmlns:a16="http://schemas.microsoft.com/office/drawing/2014/main" id="{663D7FAD-F712-40B9-B275-72715AD4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9955" y="2973705"/>
            <a:ext cx="210185" cy="1187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3" name="文本框 92">
            <a:extLst xmlns:a="http://schemas.openxmlformats.org/drawingml/2006/main">
              <a:ext uri="{FF2B5EF4-FFF2-40B4-BE49-F238E27FC236}">
                <a16:creationId xmlns:a16="http://schemas.microsoft.com/office/drawing/2014/main" id="{91B4EAC4-DCDD-4318-9064-5F517E25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9955" y="4768215"/>
            <a:ext cx="210185" cy="1187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4" name="文本框 93">
            <a:extLst xmlns:a="http://schemas.openxmlformats.org/drawingml/2006/main">
              <a:ext uri="{FF2B5EF4-FFF2-40B4-BE49-F238E27FC236}">
                <a16:creationId xmlns:a16="http://schemas.microsoft.com/office/drawing/2014/main" id="{1B4D7F91-9698-4DF4-B3CF-75C85A4E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95930" y="3328035"/>
            <a:ext cx="210185" cy="1187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23</a:t>
            </a: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27" name="矩形 226">
            <a:extLst xmlns:a="http://schemas.openxmlformats.org/drawingml/2006/main">
              <a:ext uri="{FF2B5EF4-FFF2-40B4-BE49-F238E27FC236}">
                <a16:creationId xmlns:a16="http://schemas.microsoft.com/office/drawing/2014/main" id="{5D40FCB0-268E-4D1F-AB16-D4AE4BA3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243840" y="1517015"/>
            <a:ext cx="2551430" cy="24301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  <a:alpha val="10000"/>
            </a:schemeClr>
          </a:solidFill>
          <a:ln xmlns:a="http://schemas.openxmlformats.org/drawingml/2006/main" cap="rnd">
            <a:solidFill>
              <a:srgbClr val="221815">
                <a:alpha val="20000"/>
              </a:srgbClr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 sz="1600"/>
          </a:p>
        </p:txBody>
      </p:sp>
      <p:sp>
        <p:nvSpPr>
          <p:cNvPr id="97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71972536-2F21-49A1-A9C7-4E32EC18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5200" y="2243455"/>
            <a:ext cx="721360" cy="19304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RMSNorm</a:t>
            </a:r>
          </a:p>
        </p:txBody>
      </p:sp>
      <p:sp>
        <p:nvSpPr>
          <p:cNvPr id="98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492AC1BF-348F-4EFB-9C98-A8890ECB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315" y="3502025"/>
            <a:ext cx="1157605" cy="19304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QKV proj</a:t>
            </a:r>
          </a:p>
        </p:txBody>
      </p:sp>
      <p:sp>
        <p:nvSpPr>
          <p:cNvPr id="109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31DF502A-A817-47E3-993C-26EDEA4A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000" y="3193415"/>
            <a:ext cx="865505" cy="19304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QKV ShortConv</a:t>
            </a:r>
          </a:p>
        </p:txBody>
      </p:sp>
      <p:cxnSp>
        <p:nvCxnSpPr>
          <p:cNvPr id="110" name="直接箭头连接符 109">
            <a:extLst xmlns:a="http://schemas.openxmlformats.org/drawingml/2006/main">
              <a:ext uri="{FF2B5EF4-FFF2-40B4-BE49-F238E27FC236}">
                <a16:creationId xmlns:a16="http://schemas.microsoft.com/office/drawing/2014/main" id="{F6819C52-0FBA-43DA-8ADF-8735BB8F6545}"/>
              </a:ext>
            </a:extLst>
          </p:cNvPr>
          <p:cNvCxnSpPr>
            <a:stCxn xmlns:a="http://schemas.openxmlformats.org/drawingml/2006/main" id="98" idx="0"/>
            <a:endCxn xmlns:a="http://schemas.openxmlformats.org/drawingml/2006/main" id="109" idx="2"/>
          </p:cNvCxnSpPr>
          <p:nvPr/>
        </p:nvCxnSpPr>
        <p:spPr>
          <a:xfrm xmlns:a="http://schemas.openxmlformats.org/drawingml/2006/main" rot="0" flipH="0" flipV="1">
            <a:off x="1321435" y="3386455"/>
            <a:ext cx="635" cy="11557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5CE28444-9B61-48E3-A346-1D528636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160" y="2863215"/>
            <a:ext cx="852170" cy="19304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Q/K L2Norm</a:t>
            </a:r>
          </a:p>
        </p:txBody>
      </p:sp>
      <p:sp>
        <p:nvSpPr>
          <p:cNvPr id="114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5FBFE086-76C2-4CAB-AC7C-5056C14B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5205" y="2551430"/>
            <a:ext cx="641985" cy="19304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KDA core</a:t>
            </a:r>
          </a:p>
        </p:txBody>
      </p:sp>
      <p:cxnSp>
        <p:nvCxnSpPr>
          <p:cNvPr id="115" name="直接箭头连接符 114">
            <a:extLst xmlns:a="http://schemas.openxmlformats.org/drawingml/2006/main">
              <a:ext uri="{FF2B5EF4-FFF2-40B4-BE49-F238E27FC236}">
                <a16:creationId xmlns:a16="http://schemas.microsoft.com/office/drawing/2014/main" id="{ABC95E8A-1287-450E-AC1F-BAD4DB18457C}"/>
              </a:ext>
            </a:extLst>
          </p:cNvPr>
          <p:cNvCxnSpPr>
            <a:stCxn xmlns:a="http://schemas.openxmlformats.org/drawingml/2006/main" id="111" idx="0"/>
            <a:endCxn xmlns:a="http://schemas.openxmlformats.org/drawingml/2006/main" id="114" idx="2"/>
          </p:cNvCxnSpPr>
          <p:nvPr/>
        </p:nvCxnSpPr>
        <p:spPr>
          <a:xfrm xmlns:a="http://schemas.openxmlformats.org/drawingml/2006/main" rot="0" flipH="0" flipV="1">
            <a:off x="1325245" y="2745105"/>
            <a:ext cx="1270" cy="11811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38" name="直接箭头连接符 137">
            <a:extLst xmlns:a="http://schemas.openxmlformats.org/drawingml/2006/main">
              <a:ext uri="{FF2B5EF4-FFF2-40B4-BE49-F238E27FC236}">
                <a16:creationId xmlns:a16="http://schemas.microsoft.com/office/drawing/2014/main" id="{AF7FAFD1-3AAC-4D73-9BFC-9224800EF90D}"/>
              </a:ext>
            </a:extLst>
          </p:cNvPr>
          <p:cNvCxnSpPr>
            <a:stCxn xmlns:a="http://schemas.openxmlformats.org/drawingml/2006/main" id="114" idx="0"/>
            <a:endCxn xmlns:a="http://schemas.openxmlformats.org/drawingml/2006/main" id="97" idx="2"/>
          </p:cNvCxnSpPr>
          <p:nvPr/>
        </p:nvCxnSpPr>
        <p:spPr>
          <a:xfrm xmlns:a="http://schemas.openxmlformats.org/drawingml/2006/main" rot="0" flipH="0" flipV="1">
            <a:off x="1326515" y="2437130"/>
            <a:ext cx="0" cy="1149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41" name="直接箭头连接符 140">
            <a:extLst xmlns:a="http://schemas.openxmlformats.org/drawingml/2006/main">
              <a:ext uri="{FF2B5EF4-FFF2-40B4-BE49-F238E27FC236}">
                <a16:creationId xmlns:a16="http://schemas.microsoft.com/office/drawing/2014/main" id="{CE2FA4BB-DF11-431D-A6C7-4D9105EFCC10}"/>
              </a:ext>
            </a:extLst>
          </p:cNvPr>
          <p:cNvCxnSpPr>
            <a:endCxn xmlns:a="http://schemas.openxmlformats.org/drawingml/2006/main" id="166" idx="1"/>
          </p:cNvCxnSpPr>
          <p:nvPr/>
        </p:nvCxnSpPr>
        <p:spPr>
          <a:xfrm xmlns:a="http://schemas.openxmlformats.org/drawingml/2006/main" rot="0" flipH="0" flipV="1">
            <a:off x="1327150" y="2080260"/>
            <a:ext cx="0" cy="16319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46" name="直接箭头连接符 145">
            <a:extLst xmlns:a="http://schemas.openxmlformats.org/drawingml/2006/main">
              <a:ext uri="{FF2B5EF4-FFF2-40B4-BE49-F238E27FC236}">
                <a16:creationId xmlns:a16="http://schemas.microsoft.com/office/drawing/2014/main" id="{E30352DE-D903-4162-886F-C4CE225575EA}"/>
              </a:ext>
            </a:extLst>
          </p:cNvPr>
          <p:cNvCxnSpPr>
            <a:stCxn xmlns:a="http://schemas.openxmlformats.org/drawingml/2006/main" id="109" idx="0"/>
            <a:endCxn xmlns:a="http://schemas.openxmlformats.org/drawingml/2006/main" id="111" idx="2"/>
          </p:cNvCxnSpPr>
          <p:nvPr/>
        </p:nvCxnSpPr>
        <p:spPr>
          <a:xfrm xmlns:a="http://schemas.openxmlformats.org/drawingml/2006/main" rot="0" flipH="0" flipV="1">
            <a:off x="1322070" y="3056255"/>
            <a:ext cx="3175" cy="13716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5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07E5B3AA-0D90-439E-B8CD-15F86238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5200" y="1621790"/>
            <a:ext cx="721360" cy="19304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o_proj</a:t>
            </a:r>
          </a:p>
        </p:txBody>
      </p:sp>
      <p:sp>
        <p:nvSpPr>
          <p:cNvPr id="166" name="流程图: 或者 165">
            <a:extLst xmlns:a="http://schemas.openxmlformats.org/drawingml/2006/main">
              <a:ext uri="{FF2B5EF4-FFF2-40B4-BE49-F238E27FC236}">
                <a16:creationId xmlns:a16="http://schemas.microsoft.com/office/drawing/2014/main" id="{2926CDBD-F5F5-464C-BD04-E4766A67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328590" flipH="0" flipV="0">
            <a:off x="1259205" y="1949450"/>
            <a:ext cx="130175" cy="131445"/>
          </a:xfrm>
          <a:prstGeom xmlns:a="http://schemas.openxmlformats.org/drawingml/2006/main" prst="flowChartOr">
            <a:avLst/>
          </a:prstGeom>
          <a:noFill xmlns:a="http://schemas.openxmlformats.org/drawingml/2006/main"/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cxnSp>
        <p:nvCxnSpPr>
          <p:cNvPr id="181" name="直接箭头连接符 180">
            <a:extLst xmlns:a="http://schemas.openxmlformats.org/drawingml/2006/main">
              <a:ext uri="{FF2B5EF4-FFF2-40B4-BE49-F238E27FC236}">
                <a16:creationId xmlns:a16="http://schemas.microsoft.com/office/drawing/2014/main" id="{24B71A2A-4A4A-4A2E-8E06-529F536B76C3}"/>
              </a:ext>
            </a:extLst>
          </p:cNvPr>
          <p:cNvCxnSpPr>
            <a:stCxn xmlns:a="http://schemas.openxmlformats.org/drawingml/2006/main" id="166" idx="5"/>
            <a:endCxn xmlns:a="http://schemas.openxmlformats.org/drawingml/2006/main" id="165" idx="2"/>
          </p:cNvCxnSpPr>
          <p:nvPr/>
        </p:nvCxnSpPr>
        <p:spPr>
          <a:xfrm xmlns:a="http://schemas.openxmlformats.org/drawingml/2006/main" rot="0" flipH="0" flipV="1">
            <a:off x="1321435" y="1815465"/>
            <a:ext cx="5080" cy="13462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7" name="流程图: 或者 196">
            <a:extLst xmlns:a="http://schemas.openxmlformats.org/drawingml/2006/main">
              <a:ext uri="{FF2B5EF4-FFF2-40B4-BE49-F238E27FC236}">
                <a16:creationId xmlns:a16="http://schemas.microsoft.com/office/drawing/2014/main" id="{745C9D0F-C0E9-4449-819F-2EB5B9F0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328590" flipH="0" flipV="0">
            <a:off x="1259205" y="3827145"/>
            <a:ext cx="130175" cy="131445"/>
          </a:xfrm>
          <a:prstGeom xmlns:a="http://schemas.openxmlformats.org/drawingml/2006/main" prst="flowChartOr">
            <a:avLst/>
          </a:prstGeom>
          <a:noFill xmlns:a="http://schemas.openxmlformats.org/drawingml/2006/main"/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cxnSp>
        <p:nvCxnSpPr>
          <p:cNvPr id="202" name="直接箭头连接符 201">
            <a:extLst xmlns:a="http://schemas.openxmlformats.org/drawingml/2006/main">
              <a:ext uri="{FF2B5EF4-FFF2-40B4-BE49-F238E27FC236}">
                <a16:creationId xmlns:a16="http://schemas.microsoft.com/office/drawing/2014/main" id="{704968D3-5D1D-4E89-B73C-601739BBD812}"/>
              </a:ext>
            </a:extLst>
          </p:cNvPr>
          <p:cNvCxnSpPr>
            <a:stCxn xmlns:a="http://schemas.openxmlformats.org/drawingml/2006/main" id="197" idx="5"/>
            <a:endCxn xmlns:a="http://schemas.openxmlformats.org/drawingml/2006/main" id="98" idx="2"/>
          </p:cNvCxnSpPr>
          <p:nvPr/>
        </p:nvCxnSpPr>
        <p:spPr>
          <a:xfrm xmlns:a="http://schemas.openxmlformats.org/drawingml/2006/main" rot="0" flipH="0" flipV="1">
            <a:off x="1321435" y="3695065"/>
            <a:ext cx="0" cy="13208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13" name="肘形连接符 212">
            <a:extLst xmlns:a="http://schemas.openxmlformats.org/drawingml/2006/main">
              <a:ext uri="{FF2B5EF4-FFF2-40B4-BE49-F238E27FC236}">
                <a16:creationId xmlns:a16="http://schemas.microsoft.com/office/drawing/2014/main" id="{D60D9521-25FE-45CE-AFB1-0CE46BC1FAFE}"/>
              </a:ext>
            </a:extLst>
          </p:cNvPr>
          <p:cNvCxnSpPr>
            <a:stCxn xmlns:a="http://schemas.openxmlformats.org/drawingml/2006/main" id="197" idx="3"/>
            <a:endCxn xmlns:a="http://schemas.openxmlformats.org/drawingml/2006/main" id="225" idx="2"/>
          </p:cNvCxnSpPr>
          <p:nvPr/>
        </p:nvCxnSpPr>
        <p:spPr>
          <a:xfrm xmlns:a="http://schemas.openxmlformats.org/drawingml/2006/main" rot="16200000" flipH="0" flipV="0">
            <a:off x="1345565" y="2933065"/>
            <a:ext cx="1001395" cy="911860"/>
          </a:xfrm>
          <a:prstGeom xmlns:a="http://schemas.openxmlformats.org/drawingml/2006/main" prst="bentConnector3">
            <a:avLst>
              <a:gd name="adj1" fmla="val 253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25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AF5FA260-FBD9-49C4-8DCE-54219688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9775" y="2619375"/>
            <a:ext cx="583565" cy="2686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Output gate</a:t>
            </a:r>
          </a:p>
        </p:txBody>
      </p:sp>
      <p:cxnSp>
        <p:nvCxnSpPr>
          <p:cNvPr id="226" name="肘形连接符 225">
            <a:extLst xmlns:a="http://schemas.openxmlformats.org/drawingml/2006/main">
              <a:ext uri="{FF2B5EF4-FFF2-40B4-BE49-F238E27FC236}">
                <a16:creationId xmlns:a16="http://schemas.microsoft.com/office/drawing/2014/main" id="{B4160E54-BAA2-4154-9C6C-CFE258601CD6}"/>
              </a:ext>
            </a:extLst>
          </p:cNvPr>
          <p:cNvCxnSpPr>
            <a:stCxn xmlns:a="http://schemas.openxmlformats.org/drawingml/2006/main" id="225" idx="0"/>
            <a:endCxn xmlns:a="http://schemas.openxmlformats.org/drawingml/2006/main" id="166" idx="3"/>
          </p:cNvCxnSpPr>
          <p:nvPr/>
        </p:nvCxnSpPr>
        <p:spPr>
          <a:xfrm xmlns:a="http://schemas.openxmlformats.org/drawingml/2006/main" rot="16200000" flipH="0" flipV="1">
            <a:off x="1542415" y="1859915"/>
            <a:ext cx="607695" cy="911860"/>
          </a:xfrm>
          <a:prstGeom xmlns:a="http://schemas.openxmlformats.org/drawingml/2006/main" prst="bentConnector3">
            <a:avLst>
              <a:gd name="adj1" fmla="val 99791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27" name="文本框 326">
            <a:extLst xmlns:a="http://schemas.openxmlformats.org/drawingml/2006/main">
              <a:ext uri="{FF2B5EF4-FFF2-40B4-BE49-F238E27FC236}">
                <a16:creationId xmlns:a16="http://schemas.microsoft.com/office/drawing/2014/main" id="{305F95CF-483A-42E6-A890-2D361C85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540" y="1482090"/>
            <a:ext cx="1224915" cy="1276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KDA - Kimi Delta Attention</a:t>
            </a:r>
          </a:p>
        </p:txBody>
      </p:sp>
      <p:sp>
        <p:nvSpPr>
          <p:cNvPr id="326" name="矩形 325">
            <a:extLst xmlns:a="http://schemas.openxmlformats.org/drawingml/2006/main">
              <a:ext uri="{FF2B5EF4-FFF2-40B4-BE49-F238E27FC236}">
                <a16:creationId xmlns:a16="http://schemas.microsoft.com/office/drawing/2014/main" id="{BCD868EF-A39C-4F79-9BAD-0CA7B5C4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377190" y="4008120"/>
            <a:ext cx="2285365" cy="24295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  <a:alpha val="10000"/>
            </a:schemeClr>
          </a:solidFill>
          <a:ln xmlns:a="http://schemas.openxmlformats.org/drawingml/2006/main" cap="rnd">
            <a:solidFill>
              <a:schemeClr val="accent6">
                <a:lumMod val="40000"/>
                <a:lumOff val="60000"/>
              </a:schemeClr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 sz="1600"/>
          </a:p>
        </p:txBody>
      </p:sp>
      <p:sp>
        <p:nvSpPr>
          <p:cNvPr id="302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F3886A9D-BA4F-4B59-A0D0-1AB2C48C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3925" y="5811520"/>
            <a:ext cx="1157605" cy="19304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Latent Down</a:t>
            </a:r>
          </a:p>
        </p:txBody>
      </p:sp>
      <p:sp>
        <p:nvSpPr>
          <p:cNvPr id="303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D60B9E3E-D096-4813-9F2A-2E0664E7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1245" y="5509260"/>
            <a:ext cx="865505" cy="19304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Routed Experts</a:t>
            </a:r>
          </a:p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SiTU</a:t>
            </a:r>
          </a:p>
        </p:txBody>
      </p:sp>
      <p:cxnSp>
        <p:nvCxnSpPr>
          <p:cNvPr id="304" name="直接箭头连接符 303">
            <a:extLst xmlns:a="http://schemas.openxmlformats.org/drawingml/2006/main">
              <a:ext uri="{FF2B5EF4-FFF2-40B4-BE49-F238E27FC236}">
                <a16:creationId xmlns:a16="http://schemas.microsoft.com/office/drawing/2014/main" id="{2E168F5F-88C0-463D-A5E6-3CF40A431C39}"/>
              </a:ext>
            </a:extLst>
          </p:cNvPr>
          <p:cNvCxnSpPr>
            <a:stCxn xmlns:a="http://schemas.openxmlformats.org/drawingml/2006/main" id="302" idx="0"/>
            <a:endCxn xmlns:a="http://schemas.openxmlformats.org/drawingml/2006/main" id="303" idx="2"/>
          </p:cNvCxnSpPr>
          <p:nvPr/>
        </p:nvCxnSpPr>
        <p:spPr>
          <a:xfrm xmlns:a="http://schemas.openxmlformats.org/drawingml/2006/main" rot="0" flipH="0" flipV="1">
            <a:off x="1503045" y="5702300"/>
            <a:ext cx="1270" cy="10922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05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28D86671-A252-48F5-BEF5-BAB991E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0770" y="5162550"/>
            <a:ext cx="852170" cy="19304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RMSNorm</a:t>
            </a:r>
          </a:p>
        </p:txBody>
      </p:sp>
      <p:sp>
        <p:nvSpPr>
          <p:cNvPr id="306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3FCB7248-4581-4EF8-9467-64F58C69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7450" y="4854575"/>
            <a:ext cx="641985" cy="19304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Latent Up</a:t>
            </a:r>
          </a:p>
        </p:txBody>
      </p:sp>
      <p:cxnSp>
        <p:nvCxnSpPr>
          <p:cNvPr id="307" name="直接箭头连接符 306">
            <a:extLst xmlns:a="http://schemas.openxmlformats.org/drawingml/2006/main">
              <a:ext uri="{FF2B5EF4-FFF2-40B4-BE49-F238E27FC236}">
                <a16:creationId xmlns:a16="http://schemas.microsoft.com/office/drawing/2014/main" id="{857970FE-0AEF-4A6B-9E35-1F977FA068E8}"/>
              </a:ext>
            </a:extLst>
          </p:cNvPr>
          <p:cNvCxnSpPr>
            <a:stCxn xmlns:a="http://schemas.openxmlformats.org/drawingml/2006/main" id="305" idx="0"/>
            <a:endCxn xmlns:a="http://schemas.openxmlformats.org/drawingml/2006/main" id="306" idx="2"/>
          </p:cNvCxnSpPr>
          <p:nvPr/>
        </p:nvCxnSpPr>
        <p:spPr>
          <a:xfrm xmlns:a="http://schemas.openxmlformats.org/drawingml/2006/main" rot="0" flipH="0" flipV="1">
            <a:off x="1506855" y="5047615"/>
            <a:ext cx="1905" cy="1149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08" name="直接箭头连接符 307">
            <a:extLst xmlns:a="http://schemas.openxmlformats.org/drawingml/2006/main">
              <a:ext uri="{FF2B5EF4-FFF2-40B4-BE49-F238E27FC236}">
                <a16:creationId xmlns:a16="http://schemas.microsoft.com/office/drawing/2014/main" id="{4B7D4AA0-8803-485D-AA35-988EEB226A5A}"/>
              </a:ext>
            </a:extLst>
          </p:cNvPr>
          <p:cNvCxnSpPr>
            <a:stCxn xmlns:a="http://schemas.openxmlformats.org/drawingml/2006/main" id="306" idx="0"/>
            <a:endCxn xmlns:a="http://schemas.openxmlformats.org/drawingml/2006/main" id="320" idx="2"/>
          </p:cNvCxnSpPr>
          <p:nvPr/>
        </p:nvCxnSpPr>
        <p:spPr>
          <a:xfrm xmlns:a="http://schemas.openxmlformats.org/drawingml/2006/main" rot="0" flipH="1" flipV="1">
            <a:off x="1501775" y="4698365"/>
            <a:ext cx="6350" cy="15621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10" name="直接箭头连接符 309">
            <a:extLst xmlns:a="http://schemas.openxmlformats.org/drawingml/2006/main">
              <a:ext uri="{FF2B5EF4-FFF2-40B4-BE49-F238E27FC236}">
                <a16:creationId xmlns:a16="http://schemas.microsoft.com/office/drawing/2014/main" id="{4C92B86E-A5EC-420A-B375-901639805DAC}"/>
              </a:ext>
            </a:extLst>
          </p:cNvPr>
          <p:cNvCxnSpPr>
            <a:stCxn xmlns:a="http://schemas.openxmlformats.org/drawingml/2006/main" id="303" idx="0"/>
            <a:endCxn xmlns:a="http://schemas.openxmlformats.org/drawingml/2006/main" id="305" idx="2"/>
          </p:cNvCxnSpPr>
          <p:nvPr/>
        </p:nvCxnSpPr>
        <p:spPr>
          <a:xfrm xmlns:a="http://schemas.openxmlformats.org/drawingml/2006/main" rot="0" flipH="0" flipV="1">
            <a:off x="1504315" y="5355590"/>
            <a:ext cx="2540" cy="15367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11" name="矩形: 圆角 176">
            <a:extLst xmlns:a="http://schemas.openxmlformats.org/drawingml/2006/main">
              <a:ext uri="{FF2B5EF4-FFF2-40B4-BE49-F238E27FC236}">
                <a16:creationId xmlns:a16="http://schemas.microsoft.com/office/drawing/2014/main" id="{BA5471A4-2869-4825-AB3C-97A99325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365" y="4267200"/>
            <a:ext cx="721360" cy="19304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FFN delta</a:t>
            </a:r>
          </a:p>
        </p:txBody>
      </p:sp>
      <p:cxnSp>
        <p:nvCxnSpPr>
          <p:cNvPr id="313" name="直接箭头连接符 312">
            <a:extLst xmlns:a="http://schemas.openxmlformats.org/drawingml/2006/main">
              <a:ext uri="{FF2B5EF4-FFF2-40B4-BE49-F238E27FC236}">
                <a16:creationId xmlns:a16="http://schemas.microsoft.com/office/drawing/2014/main" id="{F6350F3E-9376-4954-AEA2-4C249E403157}"/>
              </a:ext>
            </a:extLst>
          </p:cNvPr>
          <p:cNvCxnSpPr>
            <a:stCxn xmlns:a="http://schemas.openxmlformats.org/drawingml/2006/main" id="320" idx="6"/>
            <a:endCxn xmlns:a="http://schemas.openxmlformats.org/drawingml/2006/main" id="311" idx="2"/>
          </p:cNvCxnSpPr>
          <p:nvPr/>
        </p:nvCxnSpPr>
        <p:spPr>
          <a:xfrm xmlns:a="http://schemas.openxmlformats.org/drawingml/2006/main" rot="0" flipH="0" flipV="1">
            <a:off x="1501140" y="4460240"/>
            <a:ext cx="1905" cy="10985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14" name="流程图: 或者 313">
            <a:extLst xmlns:a="http://schemas.openxmlformats.org/drawingml/2006/main">
              <a:ext uri="{FF2B5EF4-FFF2-40B4-BE49-F238E27FC236}">
                <a16:creationId xmlns:a16="http://schemas.microsoft.com/office/drawing/2014/main" id="{1ECB86AF-0B80-4354-88FC-62A6C122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328590" flipH="0" flipV="0">
            <a:off x="1441450" y="6123940"/>
            <a:ext cx="130175" cy="131445"/>
          </a:xfrm>
          <a:prstGeom xmlns:a="http://schemas.openxmlformats.org/drawingml/2006/main" prst="flowChartOr">
            <a:avLst/>
          </a:prstGeom>
          <a:noFill xmlns:a="http://schemas.openxmlformats.org/drawingml/2006/main"/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cxnSp>
        <p:nvCxnSpPr>
          <p:cNvPr id="315" name="直接箭头连接符 314">
            <a:extLst xmlns:a="http://schemas.openxmlformats.org/drawingml/2006/main">
              <a:ext uri="{FF2B5EF4-FFF2-40B4-BE49-F238E27FC236}">
                <a16:creationId xmlns:a16="http://schemas.microsoft.com/office/drawing/2014/main" id="{CDBCF22F-9656-49CB-8073-828F341CE2CF}"/>
              </a:ext>
            </a:extLst>
          </p:cNvPr>
          <p:cNvCxnSpPr>
            <a:stCxn xmlns:a="http://schemas.openxmlformats.org/drawingml/2006/main" id="314" idx="5"/>
            <a:endCxn xmlns:a="http://schemas.openxmlformats.org/drawingml/2006/main" id="302" idx="2"/>
          </p:cNvCxnSpPr>
          <p:nvPr/>
        </p:nvCxnSpPr>
        <p:spPr>
          <a:xfrm xmlns:a="http://schemas.openxmlformats.org/drawingml/2006/main" rot="0" flipH="1" flipV="1">
            <a:off x="1503045" y="6004560"/>
            <a:ext cx="635" cy="11938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17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849D8DB4-EA42-47DF-94AC-CB845CAA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4540" y="4922520"/>
            <a:ext cx="641985" cy="2686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Shared x2</a:t>
            </a:r>
          </a:p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SiTU</a:t>
            </a:r>
          </a:p>
        </p:txBody>
      </p:sp>
      <p:sp>
        <p:nvSpPr>
          <p:cNvPr id="320" name="流程图: 或者 319">
            <a:extLst xmlns:a="http://schemas.openxmlformats.org/drawingml/2006/main">
              <a:ext uri="{FF2B5EF4-FFF2-40B4-BE49-F238E27FC236}">
                <a16:creationId xmlns:a16="http://schemas.microsoft.com/office/drawing/2014/main" id="{B7BF8F88-69AE-4BF8-AB10-FB1ECBA9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437005" y="4565015"/>
            <a:ext cx="128270" cy="138430"/>
          </a:xfrm>
          <a:prstGeom xmlns:a="http://schemas.openxmlformats.org/drawingml/2006/main" prst="flowChartOr">
            <a:avLst/>
          </a:prstGeom>
          <a:noFill xmlns:a="http://schemas.openxmlformats.org/drawingml/2006/main"/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cxnSp>
        <p:nvCxnSpPr>
          <p:cNvPr id="321" name="肘形连接符 320">
            <a:extLst xmlns:a="http://schemas.openxmlformats.org/drawingml/2006/main">
              <a:ext uri="{FF2B5EF4-FFF2-40B4-BE49-F238E27FC236}">
                <a16:creationId xmlns:a16="http://schemas.microsoft.com/office/drawing/2014/main" id="{C35CE004-B0DC-45B4-83DA-7DD84542DB04}"/>
              </a:ext>
            </a:extLst>
          </p:cNvPr>
          <p:cNvCxnSpPr>
            <a:stCxn xmlns:a="http://schemas.openxmlformats.org/drawingml/2006/main" id="317" idx="0"/>
            <a:endCxn xmlns:a="http://schemas.openxmlformats.org/drawingml/2006/main" id="320" idx="4"/>
          </p:cNvCxnSpPr>
          <p:nvPr/>
        </p:nvCxnSpPr>
        <p:spPr>
          <a:xfrm xmlns:a="http://schemas.openxmlformats.org/drawingml/2006/main" rot="16200000" flipH="0" flipV="1">
            <a:off x="1818640" y="4385945"/>
            <a:ext cx="288290" cy="784225"/>
          </a:xfrm>
          <a:prstGeom xmlns:a="http://schemas.openxmlformats.org/drawingml/2006/main" prst="bentConnector2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22" name="肘形连接符 321">
            <a:extLst xmlns:a="http://schemas.openxmlformats.org/drawingml/2006/main">
              <a:ext uri="{FF2B5EF4-FFF2-40B4-BE49-F238E27FC236}">
                <a16:creationId xmlns:a16="http://schemas.microsoft.com/office/drawing/2014/main" id="{FD900466-8A75-40CE-80D4-1A325A657870}"/>
              </a:ext>
            </a:extLst>
          </p:cNvPr>
          <p:cNvCxnSpPr>
            <a:stCxn xmlns:a="http://schemas.openxmlformats.org/drawingml/2006/main" id="314" idx="3"/>
            <a:endCxn xmlns:a="http://schemas.openxmlformats.org/drawingml/2006/main" id="317" idx="2"/>
          </p:cNvCxnSpPr>
          <p:nvPr/>
        </p:nvCxnSpPr>
        <p:spPr>
          <a:xfrm xmlns:a="http://schemas.openxmlformats.org/drawingml/2006/main" rot="16200000" flipH="0" flipV="0">
            <a:off x="1466850" y="5297170"/>
            <a:ext cx="995045" cy="783590"/>
          </a:xfrm>
          <a:prstGeom xmlns:a="http://schemas.openxmlformats.org/drawingml/2006/main" prst="bentConnector3">
            <a:avLst>
              <a:gd name="adj1" fmla="val -191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23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59679F3C-1B60-423F-AC99-E303397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800" y="5477510"/>
            <a:ext cx="563245" cy="26035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Router</a:t>
            </a:r>
          </a:p>
          <a:p xmlns:a="http://schemas.openxmlformats.org/drawingml/2006/main">
            <a:pPr algn="ctr">
              <a:buNone/>
            </a:pPr>
            <a:r>
              <a:rPr sz="7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Top-16</a:t>
            </a:r>
          </a:p>
        </p:txBody>
      </p:sp>
      <p:cxnSp>
        <p:nvCxnSpPr>
          <p:cNvPr id="324" name="肘形连接符 323">
            <a:extLst xmlns:a="http://schemas.openxmlformats.org/drawingml/2006/main">
              <a:ext uri="{FF2B5EF4-FFF2-40B4-BE49-F238E27FC236}">
                <a16:creationId xmlns:a16="http://schemas.microsoft.com/office/drawing/2014/main" id="{D0EFA872-51E7-4569-8B7F-F421CBC4B799}"/>
              </a:ext>
            </a:extLst>
          </p:cNvPr>
          <p:cNvCxnSpPr/>
          <p:nvPr/>
        </p:nvCxnSpPr>
        <p:spPr>
          <a:xfrm xmlns:a="http://schemas.openxmlformats.org/drawingml/2006/main" rot="10800000" flipH="0" flipV="0">
            <a:off x="586740" y="5737860"/>
            <a:ext cx="854075" cy="454660"/>
          </a:xfrm>
          <a:prstGeom xmlns:a="http://schemas.openxmlformats.org/drawingml/2006/main" prst="bentConnector3">
            <a:avLst>
              <a:gd name="adj1" fmla="val 100223"/>
            </a:avLst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25" name="直接箭头连接符 324">
            <a:extLst xmlns:a="http://schemas.openxmlformats.org/drawingml/2006/main">
              <a:ext uri="{FF2B5EF4-FFF2-40B4-BE49-F238E27FC236}">
                <a16:creationId xmlns:a16="http://schemas.microsoft.com/office/drawing/2014/main" id="{2759D065-D921-4901-AA12-FCAB919BE705}"/>
              </a:ext>
            </a:extLst>
          </p:cNvPr>
          <p:cNvCxnSpPr>
            <a:stCxn xmlns:a="http://schemas.openxmlformats.org/drawingml/2006/main" id="323" idx="3"/>
            <a:endCxn xmlns:a="http://schemas.openxmlformats.org/drawingml/2006/main" id="303" idx="1"/>
          </p:cNvCxnSpPr>
          <p:nvPr/>
        </p:nvCxnSpPr>
        <p:spPr>
          <a:xfrm xmlns:a="http://schemas.openxmlformats.org/drawingml/2006/main" rot="0" flipH="0" flipV="1">
            <a:off x="868045" y="5605780"/>
            <a:ext cx="203200" cy="190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28" name="文本框 327">
            <a:extLst xmlns:a="http://schemas.openxmlformats.org/drawingml/2006/main">
              <a:ext uri="{FF2B5EF4-FFF2-40B4-BE49-F238E27FC236}">
                <a16:creationId xmlns:a16="http://schemas.microsoft.com/office/drawing/2014/main" id="{3CF34175-61B2-4F1A-8DC7-CD2FA547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800" y="4137660"/>
            <a:ext cx="1224915" cy="1276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Stable LententMoE</a:t>
            </a:r>
          </a:p>
        </p:txBody>
      </p:sp>
      <p:graphicFrame>
        <p:nvGraphicFramePr>
          <p:cNvPr id="6" name="表格 5">
            <a:extLst xmlns:a="http://schemas.openxmlformats.org/drawingml/2006/main">
              <a:ext uri="{FF2B5EF4-FFF2-40B4-BE49-F238E27FC236}">
                <a16:creationId xmlns:a16="http://schemas.microsoft.com/office/drawing/2014/main" id="{E47CEF56-ACD1-427C-A6FF-E46417BB96C3}"/>
              </a:ext>
            </a:extLst>
          </p:cNvPr>
          <p:cNvGraphicFramePr/>
          <p:nvPr/>
        </p:nvGraphicFramePr>
        <p:xfrm>
          <a:off xmlns:a="http://schemas.openxmlformats.org/drawingml/2006/main" x="6118860" y="1566545"/>
          <a:ext xmlns:a="http://schemas.openxmlformats.org/drawingml/2006/main" cx="5290185" cy="307212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0635"/>
                <a:gridCol w="4019550"/>
              </a:tblGrid>
              <a:tr h="17907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7C7"/>
                    </a:solidFill>
                  </a:tcPr>
                </a:tc>
              </a:tr>
              <a:tr h="192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模型身份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KimiK3ForConditionalGeneration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，原生多模态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2.78T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token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激活参数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104.2B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注意力构成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 KDA + 24 Gated MLA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hidden /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头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7168 / 96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头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× 128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MoE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路由专家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896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激活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，共享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latent 3584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；专家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3072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词表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163840 / 1M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三大机制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&amp; Gated MLA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AttnRes 8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块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× 12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层；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Stable LatentMoE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激活函数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SiTU-GLU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视觉塔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MoonViT-V2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401M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量化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专家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MXFP4 +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激活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MXFP8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，其余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BF16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原生权重体积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1.56TB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MLA KV cache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27.6 KB/token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递归状态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414 MiB/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请求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token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计算量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208.4 GFLOPs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推荐推理引擎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vLLM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/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SGLang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/ 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TokenSpeed</a:t>
                      </a:r>
                      <a:endParaRPr sz="1000" b="0" i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>
            <a:extLst xmlns:a="http://schemas.openxmlformats.org/drawingml/2006/main">
              <a:ext uri="{FF2B5EF4-FFF2-40B4-BE49-F238E27FC236}">
                <a16:creationId xmlns:a16="http://schemas.microsoft.com/office/drawing/2014/main" id="{6F55A3E0-F786-4F28-AE92-7C62C106C6B2}"/>
              </a:ext>
            </a:extLst>
          </p:cNvPr>
          <p:cNvGraphicFramePr/>
          <p:nvPr/>
        </p:nvGraphicFramePr>
        <p:xfrm>
          <a:off xmlns:a="http://schemas.openxmlformats.org/drawingml/2006/main" x="6118225" y="5041265"/>
          <a:ext xmlns:a="http://schemas.openxmlformats.org/drawingml/2006/main" cx="5290820" cy="155543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03705"/>
                <a:gridCol w="716915"/>
                <a:gridCol w="1324610"/>
                <a:gridCol w="1545590"/>
              </a:tblGrid>
              <a:tr h="248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 </a:t>
                      </a: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 </a:t>
                      </a: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模块类型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数量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参数量 总</a:t>
                      </a: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激活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 </a:t>
                      </a: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token FLOPs/</a:t>
                      </a: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L1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：</a:t>
                      </a: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+ Dense FFN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1.17B/1.17B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2.35 GF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+ LatentMoE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30.23B/1.16B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2.34 GF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Gated MLA + LatentMoE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30.02B/0.95B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1.90 GF + 0.209 MF×n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Embedding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1.17B/—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lm_head</a:t>
                      </a:r>
                      <a:endParaRPr sz="1000" b="0" i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1.17B/1.17B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2.35 GF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MoonViT-V2 + projector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0.45B/—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按图像计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全网合计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 + 3 </a:t>
                      </a:r>
                      <a:endParaRPr sz="1000" b="1" i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2.78T/104.2B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209.2 GF + 5.01 </a:t>
                      </a:r>
                      <a:r>
                        <a:rPr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MF×n</a:t>
                      </a:r>
                      <a:endParaRPr sz="1000" b="1" i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标题 1">
            <a:extLst xmlns:a="http://schemas.openxmlformats.org/drawingml/2006/main">
              <a:ext uri="{FF2B5EF4-FFF2-40B4-BE49-F238E27FC236}">
                <a16:creationId xmlns:a16="http://schemas.microsoft.com/office/drawing/2014/main" id="{D8AD4604-988C-4FC7-B94F-25EB3635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578"/>
            <a:ext cx="12267344" cy="550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038" tIns="39019" rIns="78038" bIns="39019" anchor="ctr"/>
          <a:lstStyle xmlns:a="http://schemas.openxmlformats.org/drawingml/2006/main">
            <a:lvl1pPr algn="l" defTabSz="77597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+mj-lt"/>
                <a:ea typeface="+mj-lt"/>
                <a:cs typeface="+mj-lt"/>
              </a:defRPr>
            </a:lvl1pPr>
            <a:lvl2pPr algn="l" defTabSz="77597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2pPr>
            <a:lvl3pPr algn="l" defTabSz="77597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3pPr>
            <a:lvl4pPr algn="l" defTabSz="77597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4pPr>
            <a:lvl5pPr algn="l" defTabSz="77597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5pPr>
            <a:lvl6pPr marL="455930" algn="l" defTabSz="78232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6pPr>
            <a:lvl7pPr marL="911860" algn="l" defTabSz="78232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7pPr>
            <a:lvl8pPr marL="1368425" algn="l" defTabSz="78232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8pPr>
            <a:lvl9pPr marL="1824355" algn="l" defTabSz="782320">
              <a:spcBef>
                <a:spcPct val="0"/>
              </a:spcBef>
              <a:spcAft>
                <a:spcPct val="0"/>
              </a:spcAft>
              <a:buNone/>
              <a:defRPr sz="3000" b="1">
                <a:solidFill>
                  <a:srgbClr val="99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indent="0" algn="l" defTabSz="913130">
              <a:lnSpc>
                <a:spcPct val="100000"/>
              </a:lnSpc>
              <a:buFont typeface="Wingdings"/>
              <a:buNone/>
            </a:pP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K3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： 三比一混合注意力 × 超稀疏潜在专家：2.8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T 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参数、104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 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激活、1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M </a:t>
            </a:r>
            <a:r>
              <a:rPr sz="18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上下文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7B0F021-3B98-49CC-972C-657A8420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65" y="506095"/>
            <a:ext cx="707390" cy="791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3175" cap="flat">
            <a:noFill/>
            <a:miter/>
          </a:ln>
        </p:spPr>
        <p:txBody>
          <a:bodyPr xmlns:a="http://schemas.openxmlformats.org/drawingml/2006/main" wrap="square" lIns="35949" tIns="35949" rIns="35949" bIns="35949" anchor="ctr">
            <a:noAutofit/>
          </a:bodyPr>
          <a:lstStyle xmlns:a="http://schemas.openxmlformats.org/drawingml/2006/main"/>
          <a:p xmlns:a="http://schemas.openxmlformats.org/drawingml/2006/main">
            <a:pPr algn="ctr" defTabSz="1718310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</a:p>
          <a:p xmlns:a="http://schemas.openxmlformats.org/drawingml/2006/main">
            <a:pPr algn="ctr" defTabSz="1718310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5F79A02-01E9-46FA-9A14-3DFB6AC2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506095"/>
            <a:ext cx="11081385" cy="791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lumMod val="95000"/>
            </a:srgbClr>
          </a:solidFill>
          <a:ln xmlns:a="http://schemas.openxmlformats.org/drawingml/2006/main" w="12700" cap="flat" cmpd="sng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171450" indent="-171450" defTabSz="913130">
              <a:spcBef>
                <a:spcPct val="0"/>
              </a:spcBef>
              <a:spcAft>
                <a:spcPct val="0"/>
              </a:spcAft>
              <a:buFont typeface="Wingdings"/>
              <a:buChar char="Ø"/>
            </a:pPr>
            <a:r>
              <a:rPr sz="1200">
                <a:latin typeface="微软雅黑"/>
                <a:ea typeface="微软雅黑"/>
                <a:cs typeface="微软雅黑"/>
              </a:rPr>
              <a:t>模型概览：93 层 3:1 混合注意力；2.8</a:t>
            </a:r>
            <a:r>
              <a:rPr sz="1200">
                <a:latin typeface="微软雅黑"/>
                <a:ea typeface="微软雅黑"/>
                <a:cs typeface="微软雅黑"/>
              </a:rPr>
              <a:t>T/104B </a:t>
            </a:r>
            <a:r>
              <a:rPr sz="1200">
                <a:latin typeface="微软雅黑"/>
                <a:ea typeface="微软雅黑"/>
                <a:cs typeface="微软雅黑"/>
              </a:rPr>
              <a:t>激活；896 专家选 16+2 共享；</a:t>
            </a:r>
            <a:r>
              <a:rPr sz="1200">
                <a:latin typeface="微软雅黑"/>
                <a:ea typeface="微软雅黑"/>
                <a:cs typeface="微软雅黑"/>
              </a:rPr>
              <a:t>AttnRes 8 </a:t>
            </a:r>
            <a:r>
              <a:rPr sz="1200">
                <a:latin typeface="微软雅黑"/>
                <a:ea typeface="微软雅黑"/>
                <a:cs typeface="微软雅黑"/>
              </a:rPr>
              <a:t>块残差；1</a:t>
            </a:r>
            <a:r>
              <a:rPr sz="1200">
                <a:latin typeface="微软雅黑"/>
                <a:ea typeface="微软雅黑"/>
                <a:cs typeface="微软雅黑"/>
              </a:rPr>
              <a:t>M </a:t>
            </a:r>
            <a:r>
              <a:rPr sz="1200">
                <a:latin typeface="微软雅黑"/>
                <a:ea typeface="微软雅黑"/>
                <a:cs typeface="微软雅黑"/>
              </a:rPr>
              <a:t>上下文多模态。</a:t>
            </a:r>
          </a:p>
          <a:p xmlns:a="http://schemas.openxmlformats.org/drawingml/2006/main">
            <a:pPr marL="171450" indent="-171450" defTabSz="913130">
              <a:spcBef>
                <a:spcPct val="0"/>
              </a:spcBef>
              <a:spcAft>
                <a:spcPct val="0"/>
              </a:spcAft>
              <a:buFont typeface="Wingdings"/>
              <a:buChar char="Ø"/>
            </a:pPr>
            <a:r>
              <a:rPr sz="1200">
                <a:latin typeface="微软雅黑"/>
                <a:ea typeface="微软雅黑"/>
                <a:cs typeface="微软雅黑"/>
              </a:rPr>
              <a:t>Attention：KDA </a:t>
            </a:r>
            <a:r>
              <a:rPr sz="1200">
                <a:latin typeface="微软雅黑"/>
                <a:ea typeface="微软雅黑"/>
                <a:cs typeface="微软雅黑"/>
              </a:rPr>
              <a:t>线性注意力定长递归状态、解码 </a:t>
            </a:r>
            <a:r>
              <a:rPr sz="1200">
                <a:latin typeface="微软雅黑"/>
                <a:ea typeface="微软雅黑"/>
                <a:cs typeface="微软雅黑"/>
              </a:rPr>
              <a:t>O(1)；MLA NoPE、KV </a:t>
            </a:r>
            <a:r>
              <a:rPr sz="1200">
                <a:latin typeface="微软雅黑"/>
                <a:ea typeface="微软雅黑"/>
                <a:cs typeface="微软雅黑"/>
              </a:rPr>
              <a:t>压缩至 576 维。</a:t>
            </a:r>
          </a:p>
          <a:p xmlns:a="http://schemas.openxmlformats.org/drawingml/2006/main">
            <a:pPr marL="171450" indent="-171450" defTabSz="913130">
              <a:spcBef>
                <a:spcPct val="0"/>
              </a:spcBef>
              <a:spcAft>
                <a:spcPct val="0"/>
              </a:spcAft>
              <a:buFont typeface="Wingdings"/>
              <a:buChar char="Ø"/>
            </a:pPr>
            <a:r>
              <a:rPr sz="1200">
                <a:latin typeface="微软雅黑"/>
                <a:ea typeface="微软雅黑"/>
                <a:cs typeface="微软雅黑"/>
              </a:rPr>
              <a:t>MoE：Stable LatentMoE </a:t>
            </a:r>
            <a:r>
              <a:rPr sz="1200">
                <a:latin typeface="微软雅黑"/>
                <a:ea typeface="微软雅黑"/>
                <a:cs typeface="微软雅黑"/>
              </a:rPr>
              <a:t>半宽路由专家+全宽共享专家；</a:t>
            </a:r>
            <a:r>
              <a:rPr sz="1200">
                <a:latin typeface="微软雅黑"/>
                <a:ea typeface="微软雅黑"/>
                <a:cs typeface="微软雅黑"/>
              </a:rPr>
              <a:t>SiTU-GLU </a:t>
            </a:r>
            <a:r>
              <a:rPr sz="1200">
                <a:latin typeface="微软雅黑"/>
                <a:ea typeface="微软雅黑"/>
                <a:cs typeface="微软雅黑"/>
              </a:rPr>
              <a:t>有界激活；分位数负载均衡。</a:t>
            </a:r>
          </a:p>
          <a:p xmlns:a="http://schemas.openxmlformats.org/drawingml/2006/main">
            <a:pPr marL="171450" indent="-171450" defTabSz="913130">
              <a:spcBef>
                <a:spcPct val="0"/>
              </a:spcBef>
              <a:spcAft>
                <a:spcPct val="0"/>
              </a:spcAft>
              <a:buFont typeface="Wingdings"/>
              <a:buChar char="Ø"/>
            </a:pPr>
            <a:r>
              <a:rPr sz="1200">
                <a:latin typeface="微软雅黑"/>
                <a:ea typeface="微软雅黑"/>
                <a:cs typeface="微软雅黑"/>
              </a:rPr>
              <a:t>量化：路由专家 </a:t>
            </a:r>
            <a:r>
              <a:rPr sz="1200">
                <a:latin typeface="微软雅黑"/>
                <a:ea typeface="微软雅黑"/>
                <a:cs typeface="微软雅黑"/>
              </a:rPr>
              <a:t>MXFP4+</a:t>
            </a:r>
            <a:r>
              <a:rPr sz="1200">
                <a:latin typeface="微软雅黑"/>
                <a:ea typeface="微软雅黑"/>
                <a:cs typeface="微软雅黑"/>
              </a:rPr>
              <a:t>激活 </a:t>
            </a:r>
            <a:r>
              <a:rPr sz="1200">
                <a:latin typeface="微软雅黑"/>
                <a:ea typeface="微软雅黑"/>
                <a:cs typeface="微软雅黑"/>
              </a:rPr>
              <a:t>MXFP8 QAT，</a:t>
            </a:r>
            <a:r>
              <a:rPr sz="1200">
                <a:latin typeface="微软雅黑"/>
                <a:ea typeface="微软雅黑"/>
                <a:cs typeface="微软雅黑"/>
              </a:rPr>
              <a:t>其余 </a:t>
            </a:r>
            <a:r>
              <a:rPr sz="1200">
                <a:latin typeface="微软雅黑"/>
                <a:ea typeface="微软雅黑"/>
                <a:cs typeface="微软雅黑"/>
              </a:rPr>
              <a:t>BF16；DSpark </a:t>
            </a:r>
            <a:r>
              <a:rPr sz="1200">
                <a:latin typeface="微软雅黑"/>
                <a:ea typeface="微软雅黑"/>
                <a:cs typeface="微软雅黑"/>
              </a:rPr>
              <a:t>投机解码 3.14×。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6511E930-2FDA-4A13-A423-8A7A614D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685" y="1351280"/>
            <a:ext cx="4065270" cy="184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Wingdings"/>
              <a:buChar char=""/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架构参数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CCB05258-0208-4747-90F9-4F65274C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225" y="4819015"/>
            <a:ext cx="4065270" cy="184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Wingdings"/>
              <a:buChar char=""/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参数量</a:t>
            </a: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/Flops</a:t>
            </a:r>
          </a:p>
        </p:txBody>
      </p:sp>
    </p:spTree>
    <p:extLst>
      <p:ext uri="{BB962C8B-B14F-4D97-AF65-F5344CB8AC3E}">
        <p14:creationId xmlns:p14="http://schemas.microsoft.com/office/powerpoint/2010/main" val="2105453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96F219F-D88C-49C2-A517-08D3564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381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§2.1.1 / §5.1；vllm / vllm-ascend 代码仓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48C2D1-5F78-4D12-A0F4-21C53FE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485"/>
            <a:ext cx="9144000" cy="550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Delta </a:t>
            </a: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Attention（KDA</a:t>
            </a: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）：</a:t>
            </a: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逐通道遗忘门</a:t>
            </a: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× Delta </a:t>
            </a: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规则的线性注意力</a:t>
            </a:r>
            <a:endParaRPr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9085C38-FB8B-434F-AEB5-C6D272A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C6E042-18E6-4BB0-9E02-94705CD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DE85440-6D33-4834-AE1A-694247E6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506063"/>
            <a:ext cx="11081385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1A5D935-B05B-48C2-BC11-348B3BA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57213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171450" indent="-171450" defTabSz="91313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Ø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69 KDA + 24 MLA / 93 层；KDA 采用 ShortConv + 逐通道门控 Delta 递归，解码状态更新为 O(1)。</a:t>
            </a:r>
          </a:p>
          <a:p xmlns:a="http://schemas.openxmlformats.org/drawingml/2006/main">
            <a:pPr marL="171450" indent="-171450" defTabSz="91313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Ø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每 token 主负载是 q/k/v 投影与状态更新：投影映射 CUBE，gate/cumsum/递归映射 Vector。</a:t>
            </a:r>
          </a:p>
          <a:p xmlns:a="http://schemas.openxmlformats.org/drawingml/2006/main">
            <a:pPr marL="171450" indent="-171450" defTabSz="91313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Ø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昇腾重点是 gate–cumsum–delta 融合、L0 常驻状态与 64/128 chunk；Prefill 偏算力，Decode 偏带宽与启动延迟。</a:t>
            </a:r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879ACEB0-12B5-4DC1-932C-23A8521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66838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115F7F4E-22E9-494E-A86F-B0DC297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381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C63E1D15-0143-4EB6-BC09-E04A6E6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181" y="22860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 Kimi Linear 的改动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28" name="arch-figure">
            <a:extLst xmlns:a="http://schemas.openxmlformats.org/drawingml/2006/main">
              <a:ext uri="{FF2B5EF4-FFF2-40B4-BE49-F238E27FC236}">
                <a16:creationId xmlns:a16="http://schemas.microsoft.com/office/drawing/2014/main" id="{C5A1B998-D8D4-44A9-A6FA-B6032800D5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784d2a24c4f4c"/>
          <a:stretch xmlns:a="http://schemas.openxmlformats.org/drawingml/2006/main"/>
        </p:blipFill>
        <p:spPr>
          <a:xfrm xmlns:a="http://schemas.openxmlformats.org/drawingml/2006/main">
            <a:off x="276225" y="1571625"/>
            <a:ext cx="5572125" cy="2857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FA5536D1-6729-4CB2-B9C1-1EFF1A20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66838"/>
            <a:ext cx="528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graphicFrame>
        <p:nvGraphicFramePr>
          <p:cNvPr id="30" name="param-table">
            <a:extLst xmlns:a="http://schemas.openxmlformats.org/drawingml/2006/main">
              <a:ext uri="{FF2B5EF4-FFF2-40B4-BE49-F238E27FC236}">
                <a16:creationId xmlns:a16="http://schemas.microsoft.com/office/drawing/2014/main" id="{E2EBB8A9-D940-4171-A1F6-2114EFACA6FA}"/>
              </a:ext>
            </a:extLst>
          </p:cNvPr>
          <p:cNvGraphicFramePr/>
          <p:nvPr/>
        </p:nvGraphicFramePr>
        <p:xfrm>
          <a:off xmlns:a="http://schemas.openxmlformats.org/drawingml/2006/main" x="6115050" y="1566863"/>
          <a:ext xmlns:a="http://schemas.openxmlformats.org/drawingml/2006/main" cx="5286375" cy="2695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044"/>
                <a:gridCol w="1439672"/>
                <a:gridCol w="941324"/>
                <a:gridCol w="1827276"/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</a:t>
                      </a: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</a:t>
                      </a: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昇腾诉求</a:t>
                      </a:r>
                      <a:endParaRPr sz="800" b="1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投影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ShortConv（k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x∈R7168 →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q,k∈RH·dk，v∈RH·dv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GEMM → CUBE；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退化为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GEMV，访存受限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低秩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d→r→H·dk；d→H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GEMM + σ/exp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逐元素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有界衰减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eA·z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Vector；使对角块可上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CUBE，消除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position-pair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标量路径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=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Tril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((Q⊙Γ)(K/Γ)⊤)；C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dk+dv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)，与 L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无关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全稠密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matmul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CUBE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占比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↑（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原对角块为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chunk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内主要瓶颈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 ∈ Rdk×dv，chunk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串行依赖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并行度低，需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kernel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内流水掩盖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S：69层≈217MB/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序列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*；MLA 24.6KB/token，1M≈24.6GB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KDA主项≈2.1M FLOPs/head/chunk（C=64，dk=dv=128*）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CUBE：chunk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matmul；Vector：gate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cumsum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/RMSNorm；L1/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UB驻留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01BB286C-CCE9-498E-B589-A223DAE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528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713" b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buNone/>
            </a:pPr>
            <a:endParaRPr sz="7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AF3326A2-3196-4A33-9242-EFE583A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767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660186F6-771A-4190-A040-1BA113B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24400"/>
            <a:ext cx="11125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算子：kda_gate_cumsum、recurrent_gated_delta_rule_v310；gate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支持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safe_gate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gmin、BSND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与 FP32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中间值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调度：prefill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走 chunk 64/128 + L1/UB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双缓冲，decode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走状态驻留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小窗口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replay；状态池纳入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KV cache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预算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趋势：KDA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长上下文瓶颈转为状态带宽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同步；验收同时看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CUBE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利用率、Vector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overlap、L1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命中率和每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token launch 数。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14012312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5661469-D520-4BDF-A02C-6D55E448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381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§2.1.2；vllm / vllm-ascend 代码仓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D3AF98-57F3-4F6C-9EE2-F43AAC1F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485"/>
            <a:ext cx="9144000" cy="550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Gated MLA：NoPE 全局注意力 + 全秩输出门</a:t>
            </a:r>
            <a:endParaRPr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4847A53F-02CA-415F-B48F-2B46E8A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AC810317-54E7-4667-9DC0-E6050162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3B3BF091-11A2-42FE-86D6-799EDB7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506063"/>
            <a:ext cx="11081385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9854C8D6-29CB-40C7-A849-52F22C1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57213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Bef>
                <a:spcPts val="1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24 层采用 NoPE Gated MLA；KDA 提供位置与 recency，MLA 保留全局内容检索。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kv_lora_rank=512、q_lora_rank=1536，KV cache 显著收缩；Decode 从 GEMM 转向 GEMV 与访存主导。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昇腾重点是 latent cache 排布、RoPE / NoPE 分支、TP/PCP/DCP 叠加；投影与上采样仍是 CUBE 热点。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D1E85C84-F26F-42A4-999C-223D5ADB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66838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59C0C907-FC5C-44D8-90E2-DAA585A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381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DB3E9720-77BF-4D7B-9F8B-1245643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181" y="22860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相对标准 MLA（K2）的改动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28" name="arch-figure">
            <a:extLst xmlns:a="http://schemas.openxmlformats.org/drawingml/2006/main">
              <a:ext uri="{FF2B5EF4-FFF2-40B4-BE49-F238E27FC236}">
                <a16:creationId xmlns:a16="http://schemas.microsoft.com/office/drawing/2014/main" id="{B812AD6F-F786-4C8F-8EA6-945F0DE530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c050e5bdc24429"/>
          <a:srcRect xmlns:a="http://schemas.openxmlformats.org/drawingml/2006/main" l="0" t="0" r="42329" b="0"/>
          <a:stretch xmlns:a="http://schemas.openxmlformats.org/drawingml/2006/main"/>
        </p:blipFill>
        <p:spPr>
          <a:xfrm xmlns:a="http://schemas.openxmlformats.org/drawingml/2006/main">
            <a:off x="276225" y="1571625"/>
            <a:ext cx="5572125" cy="2857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055F6BF9-D868-4DEF-99AB-A3CFC35B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66838"/>
            <a:ext cx="528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graphicFrame>
        <p:nvGraphicFramePr>
          <p:cNvPr id="30" name="param-table">
            <a:extLst xmlns:a="http://schemas.openxmlformats.org/drawingml/2006/main">
              <a:ext uri="{FF2B5EF4-FFF2-40B4-BE49-F238E27FC236}">
                <a16:creationId xmlns:a16="http://schemas.microsoft.com/office/drawing/2014/main" id="{2BE68FDF-765E-4896-9632-7A2CCE8FC3F6}"/>
              </a:ext>
            </a:extLst>
          </p:cNvPr>
          <p:cNvGraphicFramePr/>
          <p:nvPr/>
        </p:nvGraphicFramePr>
        <p:xfrm>
          <a:off xmlns:a="http://schemas.openxmlformats.org/drawingml/2006/main" x="6115050" y="1566863"/>
          <a:ext xmlns:a="http://schemas.openxmlformats.org/drawingml/2006/main" cx="5286375" cy="2695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隐向量下投影 Wc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x∈R7168 → ct∈Rdc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投影与上投影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可吸收（absorb）上投影、直接以 ct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全局注意力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q,k,v∈RH·dh；L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ct：dc×2B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全秩输出门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Wg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d×H·dh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 cₖᵥ 入 KV：24.6KB/token，1M≈24.6GB；KDA 状态≈217MB/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序列（config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假设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压缩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/重建≈2d·dc；QKᵀ/AV 随 L 线性增长；gate≈2d²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QKV/up-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proj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/Wo/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gate；Vector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 sigmoid/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scale；KV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page 与 KDA checkpoint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统一回收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106BB118-80B1-482F-BEA3-E266CD8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528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713" b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buNone/>
            </a:pPr>
            <a:endParaRPr sz="7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2F2EA3FE-17EF-4F91-B298-021E0D1E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767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7DC0A6EA-D7BD-4254-B0E4-C3294355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24400"/>
            <a:ext cx="11125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框架：AscendMLABackend、MLA no-rope cache、PCP/DCP；KDA-aware prefix cache 同时索引 latent page 与 state checkpoint。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部署：A3 指南固定 TP16/DP4/EP64、max_num_seqs=16、max_num_batched_tokens=8192、FULL_DECODE_ONLY；需按 prefill/decode 分开压测。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缺口：当前 KVPP 主要覆盖非混合 MLA；KDA state checkpoint、MLA page、AttnRes bank 的统一回收与跨 PP/TP 生命周期仍需实现。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趋势：先建立可观测的 bytes/token、HCCL time、tokens/s 和 tail latency，再评估 A5 resident-bank 优势。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1275072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0E87FCE-1534-43B8-AAF0-595270B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381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§5.1.1；FlashKDA（MoonshotAI）；vllm-ascend ops/triton/kda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F8B91-6E7B-415D-886C-1AC9903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485"/>
            <a:ext cx="9144000" cy="550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FlashKDA：chunkwise 训练 / Prefill 融合算子</a:t>
            </a:r>
            <a:endParaRPr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145F3ECB-77C7-40B0-B6EB-77E81A2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6328A4B6-53FC-4BD0-8072-01F36E1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61CA74B6-78D3-4DDD-A73A-074F0A4C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506063"/>
            <a:ext cx="11081385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20761175-B2A7-41CC-8F15-3CD7F65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57213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Bef>
                <a:spcPts val="1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Chunkwise 训练 / Prefill 将 A·V matmul 与衰减、cumsum、跨 chunk 状态传播流水化。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CUBE 负责 tile matmul，Vector 负责衰减、scan 与状态更新；64/128 chunk 在占用率和状态流量之间折中。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昇腾需要单物理 L0 融合路径，避免多次 staging；Prefill 偏 CUBE，Decode 仍受带宽与 launch 延迟约束。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EE2439-7937-47D8-AC86-94C0C552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66838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计算 / 状态传播调度交叠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24" name="arch-figure">
            <a:extLst xmlns:a="http://schemas.openxmlformats.org/drawingml/2006/main">
              <a:ext uri="{FF2B5EF4-FFF2-40B4-BE49-F238E27FC236}">
                <a16:creationId xmlns:a16="http://schemas.microsoft.com/office/drawing/2014/main" id="{428B946E-B376-48C7-9027-CE504E87C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65353a75a4d1b"/>
          <a:stretch xmlns:a="http://schemas.openxmlformats.org/drawingml/2006/main"/>
        </p:blipFill>
        <p:spPr>
          <a:xfrm xmlns:a="http://schemas.openxmlformats.org/drawingml/2006/main">
            <a:off x="276225" y="1571625"/>
            <a:ext cx="5572125" cy="2857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BAABADC4-107D-40F3-B8F9-FA7F917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66838"/>
            <a:ext cx="528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graphicFrame>
        <p:nvGraphicFramePr>
          <p:cNvPr id="26" name="param-table">
            <a:extLst xmlns:a="http://schemas.openxmlformats.org/drawingml/2006/main">
              <a:ext uri="{FF2B5EF4-FFF2-40B4-BE49-F238E27FC236}">
                <a16:creationId xmlns:a16="http://schemas.microsoft.com/office/drawing/2014/main" id="{B5000F37-7B58-495B-8163-1F6071FA7DCE}"/>
              </a:ext>
            </a:extLst>
          </p:cNvPr>
          <p:cNvGraphicFramePr/>
          <p:nvPr/>
        </p:nvGraphicFramePr>
        <p:xfrm>
          <a:off xmlns:a="http://schemas.openxmlformats.org/drawingml/2006/main" x="6115050" y="1566863"/>
          <a:ext xmlns:a="http://schemas.openxmlformats.org/drawingml/2006/main" cx="5286375" cy="2695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S≈32KB/head；69层≈217MB*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intra/state≈2.1M FLOPs/head/chunk（C=64）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CUBE：A·V；Vector：decay/mask；chunk 64/128；L1/UB双缓冲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1F3E0A12-5F6A-4E9C-BF6B-1092B14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528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713" b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buNone/>
            </a:pPr>
            <a:endParaRPr sz="7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BB194ED1-FF07-4EBF-9BC1-3B452C7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767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C5788FCB-20AA-4803-B0C7-890EA12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24400"/>
            <a:ext cx="11125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算子：把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gate、prepare、post-Wu、FwdH、Finalize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合并进单个物理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L0；避免 Python/多 L0 staging。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运行时：暴露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initial_state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final_state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/gk，支持最多1024逻辑序列和 BSND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layout；prefill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/decode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采用不同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tiling。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趋势：以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A3/A5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分别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benchmark；验收项包括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2.1M FLOPs/head/chunk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的有效吞吐、CUBE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/Vector overlap、L1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命中率和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HBM 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往返</a:t>
            </a: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536379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4144F33-DE17-4AB2-A4B7-64B46B78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381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§5.4.2（KDA）；ReplaySSM [25]；vllm-ascend ops/triton/kda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6DC90A-6CDB-4BBC-95D6-08CC054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485"/>
            <a:ext cx="9144000" cy="550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KDA Decoding：可回滚的投机解码融合递归算子</a:t>
            </a:r>
            <a:endParaRPr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21AD9341-B110-46D3-8453-169C0C9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110715-02E2-4FFC-A28A-0C31849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77AA15F-D33C-4064-B010-2130F521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506063"/>
            <a:ext cx="11081385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C13E33E-2CC9-4FDC-B14D-74870061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57213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Bef>
                <a:spcPts val="1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Fuses ShortConv、gate、递归状态和输出投影，减少每 token kernel launch 与状态往返。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RecoverSSM 只回滚未验证 draft token；snapshot 粒度必须与 speculative block 对齐。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昇腾重点是 persistent decode graph、L0/UB 状态快照及 Vector+CUBE overlap；Decode 主要受访存和时延限制。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F9BC74-2126-40C2-8D20-6571CB6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66838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融合算子构成与状态回滚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24" name="arch-figure">
            <a:extLst xmlns:a="http://schemas.openxmlformats.org/drawingml/2006/main">
              <a:ext uri="{FF2B5EF4-FFF2-40B4-BE49-F238E27FC236}">
                <a16:creationId xmlns:a16="http://schemas.microsoft.com/office/drawing/2014/main" id="{A627284E-6EB3-463C-A868-BDEF6041B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b6c9c83724b4c"/>
          <a:stretch xmlns:a="http://schemas.openxmlformats.org/drawingml/2006/main"/>
        </p:blipFill>
        <p:spPr>
          <a:xfrm xmlns:a="http://schemas.openxmlformats.org/drawingml/2006/main">
            <a:off x="276225" y="1571625"/>
            <a:ext cx="5572125" cy="2857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ACBD8D32-CEC6-4A74-B790-4D31AA2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66838"/>
            <a:ext cx="528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graphicFrame>
        <p:nvGraphicFramePr>
          <p:cNvPr id="26" name="param-table">
            <a:extLst xmlns:a="http://schemas.openxmlformats.org/drawingml/2006/main">
              <a:ext uri="{FF2B5EF4-FFF2-40B4-BE49-F238E27FC236}">
                <a16:creationId xmlns:a16="http://schemas.microsoft.com/office/drawing/2014/main" id="{AAF0673B-77C3-4630-B6CF-9DD009334AFF}"/>
              </a:ext>
            </a:extLst>
          </p:cNvPr>
          <p:cNvGraphicFramePr/>
          <p:nvPr/>
        </p:nvGraphicFramePr>
        <p:xfrm>
          <a:off xmlns:a="http://schemas.openxmlformats.org/drawingml/2006/main" x="6115050" y="1566863"/>
          <a:ext xmlns:a="http://schemas.openxmlformats.org/drawingml/2006/main" cx="5286375" cy="2695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小卷积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Vector；独立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kernel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不划算，必须融合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−5·σ(eA·z)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完整状态≈3.0MB/layer（config 假设）；D=4 快照读写约24MB/layer/step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replay≈D×3Hdkdv；投影输入缓存远小于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replay；HBM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仅 checkpoint/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flush；DSpark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7/5 token 与 FULL_DECODE_ONLY 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需联调</a:t>
                      </a:r>
                      <a:endParaRPr sz="80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7AEE0410-6469-4019-9E34-63336FC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528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713" b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buNone/>
            </a:pPr>
            <a:endParaRPr sz="7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A4D27E31-69E2-40E9-A7F0-00A9E5F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767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20DAF891-2DBA-4D17-B603-4C5BD03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24400"/>
            <a:ext cx="11125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框架：vLLM cache.use_kda_recoverssm 与 DSpark 拒绝回滚打通；snapshot 粒度与 speculative block 对齐。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图编译：FULL_DECODE_ONLY ACL Graph 固定 decode shapes；7-token/5-token draft 分别评测接受率、replay 开销、24MB 快照流量和 SRAM 占用。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验收：正确性需覆盖部分拒绝、连续拒绝、跨 batch；性能同时看 HBM bytes/token、launch 数和状态恢复耗时。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趋势：从“每 token 重算”转向“状态恢复+小窗口 replay”，但 KDA/MLA/AttnRes 三类状态仍需统一 spec-decode 生命周期。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19633439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45F3A8E-8B71-4BF9-847A-7898D3AB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381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§2.2 / §5.4.2（Block AttnRes）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08715F-1971-4422-9C3F-9408EE0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485"/>
            <a:ext cx="9144000" cy="550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Block AttnRes：两阶段调度与通信融合</a:t>
            </a:r>
            <a:endParaRPr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FC65AD3-C993-4FCA-9DF4-460B330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ED1BBC34-D09D-4F51-810E-148866E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0F0E4D06-90C6-44B3-9E43-5C072DB8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506063"/>
            <a:ext cx="11081385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5B50F457-DBDC-4086-BDF3-D3EAA84E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57213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Bef>
                <a:spcPts val="1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8 个 block-level residual bank 替代全深度残差注意力，softmax 只在 block state 上检索。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Inter-block pass 是 O(N·d) 访存，intra-block mix 是小 GEMM；通信可与 Decode 侧路重叠。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昇腾需要 RESIDENT/RELOAD、Prefill 的 RS+AG、Decode side-stream，以及确定性 bank 排布。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E4687020-D441-41DB-AD79-F4F071C8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66838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深度维注意力机制与执行调度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24" name="arch-figure">
            <a:extLst xmlns:a="http://schemas.openxmlformats.org/drawingml/2006/main">
              <a:ext uri="{FF2B5EF4-FFF2-40B4-BE49-F238E27FC236}">
                <a16:creationId xmlns:a16="http://schemas.microsoft.com/office/drawing/2014/main" id="{9B4D56E5-0A9B-445F-8CCC-3757C631D5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6f39510964dae"/>
          <a:stretch xmlns:a="http://schemas.openxmlformats.org/drawingml/2006/main"/>
        </p:blipFill>
        <p:spPr>
          <a:xfrm xmlns:a="http://schemas.openxmlformats.org/drawingml/2006/main">
            <a:off x="276225" y="1571625"/>
            <a:ext cx="5572125" cy="2857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9A8ED285-2D5D-455C-9C07-14DE1CF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66838"/>
            <a:ext cx="528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graphicFrame>
        <p:nvGraphicFramePr>
          <p:cNvPr id="26" name="param-table">
            <a:extLst xmlns:a="http://schemas.openxmlformats.org/drawingml/2006/main">
              <a:ext uri="{FF2B5EF4-FFF2-40B4-BE49-F238E27FC236}">
                <a16:creationId xmlns:a16="http://schemas.microsoft.com/office/drawing/2014/main" id="{37605CB1-0D81-4723-A0FB-6E0CF9E16B12}"/>
              </a:ext>
            </a:extLst>
          </p:cNvPr>
          <p:cNvGraphicFramePr/>
          <p:nvPr/>
        </p:nvGraphicFramePr>
        <p:xfrm>
          <a:off xmlns:a="http://schemas.openxmlformats.org/drawingml/2006/main" x="6115050" y="1566863"/>
          <a:ext xmlns:a="http://schemas.openxmlformats.org/drawingml/2006/main" cx="5286375" cy="2695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w∈Rd；α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93层→8个 block 表示 + embedding，共9项；约126–129KB/token（BF16）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O(Nd) 小型深度注意力；主要成本是访存/collective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HCCL RS/AG + AICore epilogue；side stream 隐藏 inter-block；A3 需实测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6725385B-5E7C-437B-8674-0B9F5A1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528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713" b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buNone/>
            </a:pPr>
            <a:endParaRPr sz="7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462A25E-948B-49CC-B0B1-DD36EB66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767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A79F9DAA-3720-4059-8F66-DC9D15D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24400"/>
            <a:ext cx="11125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算子：attn_res_fwd 合并 BF16 add、bank mix、RMSNorm、writeback；提供 RESIDENT/RELOAD、prefill/decode tiling。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通信：Prefill 用 RS+AG，decode 用 side stream；9 个 block 表示的缓存生命周期需与 PP/TP 切分联动。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验收：A3 先建立 126–129KB/token 的带宽与正确性基线，再测 HCCL overlap；A5 resident-bank 只能作为迁移目标。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趋势：AttnRes 是跨层状态的新访存模式，必须纳入统一 cache manager 和内存碎片监控。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19529088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FF0169F-42E3-4266-93CB-658066E5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381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§2.3 / §5.4.2（Stable LatentMoE）；WarpDecode [12]；vllm-ascend quantization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DB46E4-D876-46C2-8BA7-6C0D909C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485"/>
            <a:ext cx="9144000" cy="550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Stable LatentMoE：隐空间专家计算的 GEMM 优化</a:t>
            </a:r>
            <a:endParaRPr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D054FD55-3ACF-40D2-BFDC-AC927BD7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8C60752C-1477-42E1-8815-4D8A6A8A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7" y="506063"/>
            <a:ext cx="707422" cy="791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9C286DE-95EA-4128-9CA2-5528AF5A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506063"/>
            <a:ext cx="11081385" cy="7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BA71A1A1-3596-41E8-901A-81DA6D9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57213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Bef>
                <a:spcPts val="1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先将 d=7168 压到 latent ℓ=3584，再路由 896 专家中的 top-16，并叠加 2 个 shared expert。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latent 宽度使 EP dispatch/combine 字节量约降 2×；group GEMM 是 CUBE 热点，router/top-k 更偏 Vector 与时延。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863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昇腾需要 latent-aware EP、token-centric WarpDecode，以及 router→SiTU→combine 融合和量化 latent cache.</a:t>
            </a:r>
            <a:endParaRPr sz="9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B6B9EF23-5399-4CAD-88F0-AC9DA9D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66838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隐空间数据流与 decode kernel 设计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24" name="arch-figure">
            <a:extLst xmlns:a="http://schemas.openxmlformats.org/drawingml/2006/main">
              <a:ext uri="{FF2B5EF4-FFF2-40B4-BE49-F238E27FC236}">
                <a16:creationId xmlns:a16="http://schemas.microsoft.com/office/drawing/2014/main" id="{A827180D-6FB1-4CB6-A090-2AA7327524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971263ab14834"/>
          <a:stretch xmlns:a="http://schemas.openxmlformats.org/drawingml/2006/main"/>
        </p:blipFill>
        <p:spPr>
          <a:xfrm xmlns:a="http://schemas.openxmlformats.org/drawingml/2006/main">
            <a:off x="276225" y="1571625"/>
            <a:ext cx="5572125" cy="2857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5D48B5DB-61FF-45DE-A016-D9BAF7E7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66838"/>
            <a:ext cx="528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graphicFrame>
        <p:nvGraphicFramePr>
          <p:cNvPr id="26" name="param-table">
            <a:extLst xmlns:a="http://schemas.openxmlformats.org/drawingml/2006/main">
              <a:ext uri="{FF2B5EF4-FFF2-40B4-BE49-F238E27FC236}">
                <a16:creationId xmlns:a16="http://schemas.microsoft.com/office/drawing/2014/main" id="{69CA3EFB-9805-42F7-B96B-29F0C881EF51}"/>
              </a:ext>
            </a:extLst>
          </p:cNvPr>
          <p:cNvGraphicFramePr/>
          <p:nvPr/>
        </p:nvGraphicFramePr>
        <p:xfrm>
          <a:off xmlns:a="http://schemas.openxmlformats.org/drawingml/2006/main" x="6115050" y="1566863"/>
          <a:ext xmlns:a="http://schemas.openxmlformats.org/drawingml/2006/main" cx="5286375" cy="2695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737373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 expert≈33.0M 参数；BF16≈66MB，W4≈16.5MB；16 routed≈1.06/0.26GB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Router+down≈2T·d(ℓ+E)；16专家 GEMM≈2T·k·ℓ·he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latent/expert GEMM；Vector: top-k/SiTU；EP64 latent all-to-all≈50% payload；W4A8 约1.49TB存储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34098CA7-FE16-4388-A248-0739362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528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713" b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buNone/>
            </a:pPr>
            <a:endParaRPr sz="75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F64635C-45B2-480E-BA44-B7FB49A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767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414B5FD4-D1F3-42FD-AEEC-BF4552E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24400"/>
            <a:ext cx="11125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算子：latent router、top-k、SiTU-GLU、group GEMM、epilogue combine；token-centric WarpDecode 适配小 batch。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框架：EP64 与 latent-width all-to-all；权重预取、W4A8 解量化、HBM 分片、HCCL buffer 要可观测。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验收：拆分 router、dispatch、expert GEMM、combine 四段测量；报告中的 1.49TB 是存储估算，不能替代运行时 HBM/通信预算。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  <a:p xmlns:a="http://schemas.openxmlformats.org/drawingml/2006/main"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938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趋势：通信约减半但权重带宽主导 decode；联合优化 HBM、CUBE、HCCL，并以 payload/token、tokens/s 和尾延迟验收。</a:t>
            </a:r>
            <a:endParaRPr sz="800">
              <a:solidFill>
                <a:srgbClr val="000000"/>
              </a:solidFill>
              <a:latin typeface="MiSans"/>
              <a:ea typeface="MiSans"/>
              <a:cs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52954372"/>
      </p:ext>
    </p:extLst>
  </p:cSld>
</p:sld>
</file>

<file path=ppt/theme/theme1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aWei colour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2026-10-12T20:59:23.9040000Z</dcterms:created>
  <dcterms:modified xsi:type="dcterms:W3CDTF">2026-10-12T20:59:23.9040000Z</dcterms:modified>
</coreProperties>
</file>