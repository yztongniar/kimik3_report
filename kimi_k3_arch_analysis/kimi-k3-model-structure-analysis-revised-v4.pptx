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8ef0ba273947f2" /><Relationship Type="http://schemas.openxmlformats.org/officeDocument/2006/relationships/extended-properties" Target="/docProps/app.xml" Id="Rf89f937c7d4c4db2" /><Relationship Type="http://schemas.openxmlformats.org/officeDocument/2006/relationships/officeDocument" Target="/ppt/presentation.xml" Id="R22024fccf4d94f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bfdbb29ea145e7"/>
  </p:sldMasterIdLst>
  <p:notesMasterIdLst>
    <p:notesMasterId xmlns:r="http://schemas.openxmlformats.org/officeDocument/2006/relationships" r:id="R10787236ad3b4bab"/>
  </p:notesMasterIdLst>
  <p:sldIdLst>
    <p:sldId xmlns:r="http://schemas.openxmlformats.org/officeDocument/2006/relationships" id="256" r:id="R6a2e766b86324fcd"/>
    <p:sldId xmlns:r="http://schemas.openxmlformats.org/officeDocument/2006/relationships" id="257" r:id="R245622da55b84461"/>
    <p:sldId xmlns:r="http://schemas.openxmlformats.org/officeDocument/2006/relationships" id="258" r:id="R705e2964e35b4805"/>
    <p:sldId xmlns:r="http://schemas.openxmlformats.org/officeDocument/2006/relationships" id="259" r:id="R205f6884c4e14efe"/>
    <p:sldId xmlns:r="http://schemas.openxmlformats.org/officeDocument/2006/relationships" id="260" r:id="Rb5836e6a65724ede"/>
    <p:sldId xmlns:r="http://schemas.openxmlformats.org/officeDocument/2006/relationships" id="261" r:id="R115ee932fe9741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25aa08ab734dfe" /><Relationship Type="http://schemas.openxmlformats.org/officeDocument/2006/relationships/slideMaster" Target="/ppt/slideMasters/slideMaster1.xml" Id="R91bfdbb29ea145e7" /><Relationship Type="http://schemas.openxmlformats.org/officeDocument/2006/relationships/notesMaster" Target="/ppt/notesMasters/notesMaster1.xml" Id="R10787236ad3b4bab" /><Relationship Type="http://schemas.openxmlformats.org/officeDocument/2006/relationships/presProps" Target="/ppt/presProps.xml" Id="Rb05bd6aad0f441f7" /><Relationship Type="http://schemas.openxmlformats.org/officeDocument/2006/relationships/viewProps" Target="/ppt/viewProps.xml" Id="Ra548d320ae42442b" /><Relationship Type="http://schemas.openxmlformats.org/officeDocument/2006/relationships/tableStyles" Target="/ppt/tableStyles.xml" Id="Rea474df6aa2040ae" /><Relationship Type="http://schemas.openxmlformats.org/officeDocument/2006/relationships/slide" Target="/ppt/slides/slide1.xml" Id="R6a2e766b86324fcd" /><Relationship Type="http://schemas.openxmlformats.org/officeDocument/2006/relationships/slide" Target="/ppt/slides/slide2.xml" Id="R245622da55b84461" /><Relationship Type="http://schemas.openxmlformats.org/officeDocument/2006/relationships/slide" Target="/ppt/slides/slide3.xml" Id="R705e2964e35b4805" /><Relationship Type="http://schemas.openxmlformats.org/officeDocument/2006/relationships/slide" Target="/ppt/slides/slide4.xml" Id="R205f6884c4e14efe" /><Relationship Type="http://schemas.openxmlformats.org/officeDocument/2006/relationships/slide" Target="/ppt/slides/slide5.xml" Id="Rb5836e6a65724ede" /><Relationship Type="http://schemas.openxmlformats.org/officeDocument/2006/relationships/slide" Target="/ppt/slides/slide6.xml" Id="R115ee932fe9741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3d769e3b1f41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36cf05382f42d9" /><Relationship Type="http://schemas.openxmlformats.org/officeDocument/2006/relationships/notesMaster" Target="/ppt/notesMasters/notesMaster1.xml" Id="Rd229b0028d51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5c14a349174a92" /><Relationship Type="http://schemas.openxmlformats.org/officeDocument/2006/relationships/notesMaster" Target="/ppt/notesMasters/notesMaster1.xml" Id="R2a669d167eb14a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6d53b63d564fb0" /><Relationship Type="http://schemas.openxmlformats.org/officeDocument/2006/relationships/notesMaster" Target="/ppt/notesMasters/notesMaster1.xml" Id="R04582fe3cffe4c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3ed22f8d9c4fdf" /><Relationship Type="http://schemas.openxmlformats.org/officeDocument/2006/relationships/notesMaster" Target="/ppt/notesMasters/notesMaster1.xml" Id="Rb0c1adeeac4649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5e283327bf4e22" /><Relationship Type="http://schemas.openxmlformats.org/officeDocument/2006/relationships/notesMaster" Target="/ppt/notesMasters/notesMaster1.xml" Id="R01354e64ca464d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857253b69b46d3" /><Relationship Type="http://schemas.openxmlformats.org/officeDocument/2006/relationships/notesMaster" Target="/ppt/notesMasters/notesMaster1.xml" Id="R2d0a3ed71bc848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补充校准来源：Kimi K3 Technical Report Table 1、§2.1.1、§5.1；《Kimi K3 洞察报告·昇腾 A5 亲和性分析》S7–S10；开源 config 校准 93 层、69 KDA、24 MLA、d=7168、H=96。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补充校准来源：Kimi K3 Technical Report §2.1.2；A5 亲和性分析 S7、S11、S28–S30；kv_lora_rank=512 与 24.6GB/1M 为基于开源 config 的估算。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补充校准来源：Kimi K3 Technical Report §5.1.1–§5.1.2；A5 亲和性分析 S20–S23；FlashKDA 为 CUDA/CUTLASS 路径，NPU 侧需 CATLASS/Ascend C 等价实现。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补充校准来源：Kimi K3 Technical Report §5.4.2；A5 亲和性分析 S27、S37；RecoverSSM/MTP 与 DSpark 路径按上游 vLLM 和 vLLM-Ascend 文档区分。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补充校准来源：Kimi K3 Technical Report §2.2、§5.4.2；A5 亲和性分析 S12、S34–S38；AttnRes block 数由 config/实现确认，不在本页固定写死。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补充校准来源：Kimi K3 Technical Report §2.3、§5.4.2；A5 亲和性分析 S13、S29–S38；A5 侧重点为 MXFP4/MXFP8、W4A8/W4A16、EP 和 UB 通信。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3dbdf51584696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d956f6cad246c1" /><Relationship Type="http://schemas.openxmlformats.org/officeDocument/2006/relationships/slideLayout" Target="/ppt/slideLayouts/slideLayout1.xml" Id="Rff4bfa35ccfd46f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4bfa35ccfd46fa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9daf00a7946bc" /><Relationship Type="http://schemas.openxmlformats.org/officeDocument/2006/relationships/image" Target="/ppt/media/image.png" Id="Reb156280e29b4e5f" /><Relationship Type="http://schemas.openxmlformats.org/officeDocument/2006/relationships/notesSlide" Target="/ppt/notesSlides/notesSlide1.xml" Id="R685874feb7bd47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d27bb171f49f1" /><Relationship Type="http://schemas.openxmlformats.org/officeDocument/2006/relationships/image" Target="/ppt/media/image2.png" Id="R8c4be269d68f4a1e" /><Relationship Type="http://schemas.openxmlformats.org/officeDocument/2006/relationships/notesSlide" Target="/ppt/notesSlides/notesSlide2.xml" Id="R77acbea89b9747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3d315bf714e40" /><Relationship Type="http://schemas.openxmlformats.org/officeDocument/2006/relationships/image" Target="/ppt/media/image3.png" Id="Rcbd6e58a33c549b1" /><Relationship Type="http://schemas.openxmlformats.org/officeDocument/2006/relationships/notesSlide" Target="/ppt/notesSlides/notesSlide3.xml" Id="R310a3b0529bb4e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78271817c4c4e" /><Relationship Type="http://schemas.openxmlformats.org/officeDocument/2006/relationships/image" Target="/ppt/media/image4.png" Id="Rf7ba5acb3dd649ef" /><Relationship Type="http://schemas.openxmlformats.org/officeDocument/2006/relationships/notesSlide" Target="/ppt/notesSlides/notesSlide4.xml" Id="Ree70d3b444ef4b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df6ff3fc0465a" /><Relationship Type="http://schemas.openxmlformats.org/officeDocument/2006/relationships/image" Target="/ppt/media/image5.png" Id="R50b92c8ed6f64eab" /><Relationship Type="http://schemas.openxmlformats.org/officeDocument/2006/relationships/notesSlide" Target="/ppt/notesSlides/notesSlide5.xml" Id="Rd26bc7ddd5ff42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e2b4d8e224981" /><Relationship Type="http://schemas.openxmlformats.org/officeDocument/2006/relationships/image" Target="/ppt/media/image6.png" Id="Rb466f276286f431a" /><Relationship Type="http://schemas.openxmlformats.org/officeDocument/2006/relationships/notesSlide" Target="/ppt/notesSlides/notesSlide6.xml" Id="Ra49baa4222a24b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96F219F-D88C-49C2-A517-08D3564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§2.1.1 / §5.1；vllm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48C2D1-5F78-4D12-A0F4-21C53FE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Delta Attention（KDA）：逐通道遗忘门 × Delta 规则的线性注意力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9085C38-FB8B-434F-AEB5-C6D272A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C6E042-18E6-4BB0-9E02-94705CD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DE85440-6D33-4834-AE1A-694247E6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1A5D935-B05B-48C2-BC11-348B3BA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结构定位：开源 config 校准为 93 层注意力（69 KDA + 24 MLA）：23 个模式块×(3 KDA+1 MLA)再加末端 Gated MLA；每层后接 Stable LatentMoE。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有界衰减：g = gmin·σ(e^A·z)，gmin = −5，α &gt; e^−5≈6.7×10^−3；16-token tile 的累计 log-decay∈(−80,0)，对角/非对角 tile 均可走稠密 matmul。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全秩门控：y = Wo[σ(Wg·x)⊙RMSNorm(õ)]，新增 d→d 稠密投影；CUBE 负载上升，Vector 负责门控与归一化。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负载特征：chunk 内总量 O(T·C)，chunk 间状态传播 O(T)；KDA 状态随上下文长度不增长，适合 1M 上下文。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879ACEB0-12B5-4DC1-932C-23A8521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115F7F4E-22E9-494E-A86F-B0DC297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C63E1D15-0143-4EB6-BC09-E04A6E6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 Kimi Linear 的改动</a:t>
            </a:r>
            <a:endParaRPr sz="800"/>
          </a:p>
        </p:txBody>
      </p:sp>
      <p:pic>
        <p:nvPicPr>
          <p:cNvPr id="28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56280e29b4e5f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600" y="2514600"/>
            <a:ext cx="5384800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FA5536D1-6729-4CB2-B9C1-1EFF1A20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q,k∈R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H·dk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，v∈R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有界衰减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= Tril((Q⊙Γ)(K/Γ)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⊤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 ∈ 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dk×dv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H×dk×dv×2B；69层≈217MB / 序列；MLA: 24×512×2B=24.6KB/token，1M≈24.6GB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KDA: 2C²(dk+dv)+2Cdkdv / chunk；C=64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chunk matmul；Vector: α/β、sigmoid、RMSNorm；L1/UB驻留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01BB286C-CCE9-498E-B589-A223DAE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AF3326A2-3196-4A33-9242-EFE583A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660186F6-771A-4190-A040-1BA113B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算子层：上游 vLLM 提供 flashkda / triton / native 后端选择；vLLM-Ascend 已注册 kda_gate_cumsum、kda_layout_swap12、recurrent_gated_delta_rule_v310 等 NPU 算子，但完整 chunkwise 融合仍需继续减少 kernel 间显存往返。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门控融合：kda_gate_cumsum 接口已支持 use_gate_in_kernel、safe_gate、lower_bound=-5；应优先验证门控下沉后的数值一致性与 BF16 溢出边界。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框架层：KDA 状态需要和 MLA KV 一起纳入 hybrid cache、prefix checkpoint 与 PD 分离传输；Kimi K3 的序列/头并行策略要和 Ascend 的 TP、PCP/DCP 配置联动。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趋势：性能关键从单纯并行度转为状态驻留、核间流水和可回滚状态管理；Cube/Vector 异构协同决定实际收益。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01231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5661469-D520-4BDF-A02C-6D55E44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§2.1.2；vllm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D3AF98-57F3-4F6C-9EE2-F43AAC1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Gated MLA：NoPE 全局注意力 + 全秩输出门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4847A53F-02CA-415F-B48F-2B46E8A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AC810317-54E7-4667-9DC0-E6050162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3B3BF091-11A2-42FE-86D6-799EDB7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9854C8D6-29CB-40C7-A849-52F22C1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结构定位：开源 config 校准为 24 层 MLA（含末端全局层）；每 token 缓存 kv latent cₖᵥ，K3 的 MLA 采用 NoPE，由 KDA 提供位置与 recency。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缓存账本：kv_lora_rank=512，24 层×512×2B=24.6KB/token，1M token≈24.6GB；KDA 69 层状态约217MB/序列，合计约25GB。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全秩门控：y = Wo[σ(Wg·x)⊙õ]；gate、Wo、up-proj 都是 CUBE 友好 GEMM。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系统含义：MLA 负责全局检索但仍是长上下文带宽大户；KDA-aware prefix cache 要把 MLA page 与 KDA checkpoint 一起管理。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D1E85C84-F26F-42A4-999C-223D5ADB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59C0C907-FC5C-44D8-90E2-DAA585A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DB3E9720-77BF-4D7B-9F8B-1245643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相对标准 MLA（K2）的改动</a:t>
            </a:r>
            <a:endParaRPr sz="800"/>
          </a:p>
        </p:txBody>
      </p:sp>
      <p:pic>
        <p:nvPicPr>
          <p:cNvPr id="28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be269d68f4a1e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600" y="2514600"/>
            <a:ext cx="5384800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055F6BF9-D868-4DEF-99AB-A3CFC35B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隐向量下投影 W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可吸收（absorb）上投影、直接以 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全局注意力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q,k,v∈R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H·dh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全秩输出门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MLA KV: 24.6KB/token，1M≈24.6GB；KDA 状态≈217MB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压缩/重建≈2d·dc；QKᵀ/AV 随 L 线性增长；gate≈2d²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QKV、up-proj、Wo、gate；Vector: sigmoid/scale；HBM/HCCS: KV page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106BB118-80B1-482F-BEA3-E266CD8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2F2EA3FE-17EF-4F91-B298-021E0D1E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7DC0A6EA-D7BD-4254-B0E4-C3294355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算子层：vLLM-Ascend 已有 AscendMLABackend、MLAPO、context-parallel MLA 与 fused QKV / norm-gate 路径；需重点回归 no-rope、量化和 hybrid cache 的组合。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算子融合：σ(Wg·x) ⊙ õ、Wo 与 attention output 应在同一执行链中完成，减少中间张量回写；训练侧需为更大的输出 tile 规划 UB/L1。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框架层：vLLM cache_config 已提供 prefix_match_unit、hybrid cache checkpoint 等机制；KDA checkpoint 与 MLA page 的命中边界、失效和 copy-on-write 需要统一调度。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趋势：NoPE 把位置建模压力转给 KDA；MLA 侧的主要瓶颈转为吸收矩阵效率、KV page 带宽、量化布局和跨节点传输。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75072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0E87FCE-1534-43B8-AAF0-595270B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§5.1.1；FlashKDA（MoonshotAI）；vllm-ascend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F8B91-6E7B-415D-886C-1AC9903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FlashKDA：chunkwise 训练 / Prefill 融合算子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145F3ECB-77C7-40B0-B6EB-77E81A2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6328A4B6-53FC-4BD0-8072-01F36E1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61CA74B6-78D3-4DDD-A73A-074F0A4C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20761175-B2A7-41CC-8F15-3CD7F65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问题：chunkwise KDA 在 chunk 内并行、chunk 间递归；朴素实现会在状态传播时留下算力气泡。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FlashKDA：报告中的 CUTLASS kernel 将 token-parallel 计算与 head-parallel recurrence 分开调度，用 chunk 内矩阵乘掩盖状态传播；训练和 inference prefill 共用同一路径。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复杂度：序列长度 T、chunk C 时，intra-chunk 主项约 O(T·C)，而非 full attention 的 O(T²)；状态传播保持 O(T)，但有串行依赖。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长上下文：纯 TP 只切 head，不能缩短递归；K3 的 CP planner 在设备内切段并合并 transition，KCP 跨设备只需交换固定大小的 transition 与 local state。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EE2439-7937-47D8-AC86-94C0C55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30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计算 / 状态传播调度交叠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6e58a33c549b1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600" y="2514600"/>
            <a:ext cx="5384800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BAABADC4-107D-40F3-B8F9-FA7F917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32KB/head，96 heads≈3MB/layer；69 KDA层≈217MB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intra≈2C²(dk+dv)；state≈2Cdkdv；总量 O(T·C)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A/AṼ；Vector: decay/mask；L1/UB 双缓冲隐藏递归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1F3E0A12-5F6A-4E9C-BF6B-1092B14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BB194ED1-FF07-4EBF-9BC1-3B452C7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C5788FCB-20AA-4803-B0C7-890EA12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现状：上游 vLLM 的 flashkda 是 CUDA 专用；vLLM-Ascend 采用 Triton FLA 路径并配套 Ascend C 的 kda_gate_cumsum、layout swap、recurrent gated-delta 等算子，当前仍存在多 kernel 之间的数据搬运。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需求①：补齐 NPU 侧 chunkwise 融合，把 CUBE matmul、Vector decay 和状态传播放进双缓冲流水，尽量让 S 留在片上。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需求②：实现 CP/KCP 对等调度，支持段 transition 的并行求值、prefix scan 和跨 rank 固定量 all-gather。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趋势：线性注意力 prefill 的关键指标是状态传播被计算覆盖的比例；AICore 级流水和片上状态容量比单一 GEMM 峰值更重要。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36379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4144F33-DE17-4AB2-A4B7-64B46B78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§5.4.2（KDA）；ReplaySSM [25]；vllm-ascend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DC90A-6CDB-4BBC-95D6-08CC054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KDA Decoding：可回滚的投机解码融合递归算子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21AD9341-B110-46D3-8453-169C0C9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110715-02E2-4FFC-A28A-0C31849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77AA15F-D33C-4064-B010-2130F521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C13E33E-2CC9-4FDC-B14D-74870061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瓶颈转移：decode 每步原地更新 S；投机验证拒绝草稿后，已推进的状态必须恢复。直接保存每个 draft position 的完整状态会放大状态读写。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RecoverSSM 思路：只缓存草稿 token 的投影输入，在片上重放已接受 token，写回 verified/bonus token 的状态；投影输入远小于 S。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实现状态：上游 vLLM 在 Kimi K3 架构且 num_speculative_tokens&gt;0 时启用 use_kda_recoverssm，并提供 replayssm_buffer_len=16；Ascend 文档同时支持 DSpark 草稿路径。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部署亲和：投影缓存留在 decode 阶段，prefix cache 和 prefill/decode 分离传输无需引入新的大状态载荷。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F9BC74-2126-40C2-8D20-6571CB6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融合算子构成与状态回滚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a5acb3dd649ef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600" y="2514600"/>
            <a:ext cx="5384800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ACBD8D32-CEC6-4A74-B790-4D31AA2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完整状态≈3.0MB/layer；D=4 快照读写约24MB/layer/step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replay≈D×3Hdkdv；投影输入缓存远小于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 replay 循环；HBM 仅 checkpoint/flush 写回；NPU SRAM 决定 draft window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7AEE0410-6469-4019-9E34-63336FC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A4D27E31-69E2-40E9-A7F0-00A9E5F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20DAF891-2DBA-4D17-B603-4C5BD03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算子层：Ascend C 需要覆盖短卷积、输入归一化、safe gate、KDA recurrence、输出归一化和 replay 路径；当前 vLLM-Ascend 已有 recurrent_gated_delta_rule_v310，但需继续压缩中间张量回写。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框架层：上游 vLLM 已将 Kimi K3 的 spec decode 与 RecoverSSM 配置关联；Ascend 侧需把 DSpark/MTP proposer、草稿输入缓存和 prefix checkpoint 生命周期接入同一调度器。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验证重点：拒绝部分 draft、bonus token、batch 内不同接受长度、prefix hit/miss，以及 BF16 状态一致性。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趋势：投机解码把“状态可重建性”变成算子接口约束；片上 SRAM 决定可融合的 draft window。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63343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45F3A8E-8B71-4BF9-847A-7898D3AB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§2.2 / §5.4.2（Block AttnRes）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08715F-1971-4422-9C3F-9408EE0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Block AttnRes：两阶段调度与通信融合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FC65AD3-C993-4FCA-9DF4-460B330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ED1BBC34-D09D-4F51-810E-148866E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0F0E4D06-90C6-44B3-9E43-5C072DB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5B50F457-DBDC-4086-BDF3-D3EAA84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机制：AttnRes 用可学习 pseudo-query w 对 embedding、当前 block 和前序 block 表示求权重 α，相当于沿深度维做选择性信息检索。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Block 化：把跨层缓存从逐层 O(Ld) 降到按 block 的 O(Nd)；N 和 block size 由 checkpoint/config 决定，不能默认写死为 8×12。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Prefill：TP all-reduce 拆成 reduce-scatter + all-gather，intra-block kernel 插入两次 collective 之间，让每个 token 的 block representation 只在一个 rank 物化。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Decode：inter-block pass 放 side stream；intra-block merge、partial-sum update 与 RMSNorm 融入前序 TP all-reduce，主要收益来自访存与通信隐藏。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E4687020-D441-41DB-AD79-F4F071C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深度维注意力机制与执行调度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92c8ed6f64eab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600" y="2514600"/>
            <a:ext cx="5384800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9A8ED285-2D5D-455C-9C07-14DE1CF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表示≈14KB/token；N 个 block 为 N×14KB/token，N 由配置决定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O(Nd) 小型深度注意力；主要成本是访存/collective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HCCL RS/AG + AICore epilogue；side stream 隐藏 inter-block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6725385B-5E7C-437B-8674-0B9F5A1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462A25E-948B-49CC-B0B1-DD36EB6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A79F9DAA-3720-4059-8F66-DC9D15D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算子层：vLLM-Ascend 已注册 attn_res_fwd；后续重点是 online-softmax merge、partial-sum update、RMSNorm 与 TP collective 的 epilogue 融合。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框架层（prefill）：SP 下的 RS/AG 拆分、分片 block representation 物化和 PP 切分需要与 hybrid attention 调度统一。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框架层（decode）：管理 side stream 事件、block representation 缓存和 prefix hit 后的跨层状态恢复。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趋势：AttnRes 引入跨层状态的新访存模式；RS/AG 之间插入 kernel 的通信计算融合也可复用于 MoE 和多模态 projector。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52908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FF0169F-42E3-4266-93CB-658066E5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§2.3 / §5.4.2（Stable LatentMoE）；WarpDecode [12]；vllm-ascend quantization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B46E4-D876-46C2-8BA7-6C0D909C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Stable LatentMoE：隐空间专家计算的 GEMM 优化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D054FD55-3ACF-40D2-BFDC-AC927BD7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8C60752C-1477-42E1-8815-4D8A6A8A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9C286DE-95EA-4128-9CA2-5528AF5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BA71A1A1-3596-41E8-901A-81DA6D9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规模：开源 config 校准为 896 routed experts，每 token 激活 16 个 routed experts，并配 2 个 shared experts；latent ℓ=3584=0.5d，routed hidden=3072，d=7168。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隐空间路径：W↓先把 d 维 token 压到 ℓ，再执行专家 SiTU-GLU，W↑恢复到 d；dispatch/combine 在 latent 域进行，EP 通信载荷约减半。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Decode 瓶颈：小 batch 下 group GEMM 退化为权重流式读取，主要受 HBM 带宽限制；token-centric kernel、lane team 和离线权重重排更合适。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量化亲和：参考 A5 报告以 MXFP4 权重 + MXFP8 激活、W4A8/W4A16 路径为主要部署方向。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B6B9EF23-5399-4CAD-88F0-AC9DA9D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406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隐空间数据流与 decode kernel 设计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6f276286f431a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600" y="2514600"/>
            <a:ext cx="5384800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5D48B5DB-61FF-45DE-A016-D9BAF7E7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expert≈33.0M 参数；BF16≈66MB，W4≈16.5MB；16 routed 激活≈1.06/0.26GB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Router+down≈2T·d(ℓ+E)；16专家 GEMM≈2T·k·ℓ·he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latent/expert GEMM；Vector: top-k/SiTU；HBM: 小 batch 权重流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34098CA7-FE16-4388-A248-0739362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F64635C-45B2-480E-BA44-B7FB49A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467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414B5FD4-D1F3-42FD-AEEC-BF4552E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7150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算子层（decode）：Ascend C 需要 token-centric MoE decode kernel，映射 lane team、专家分组和归约；配套权重离线预置换，降低运行时反量化。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算子层（GEMM）：router + latent down-proj 融合，输出 all-gather 尽量并入 GEMM epilogue；通信与 shared expert 计算重叠。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框架层：vLLM-Ascend 的 Kimi K3 支持矩阵以 A3、W4A8、EP/DP、Prefix Cache 和 DSpark 为主要验证面；专家分片要和量化权重布局一致。</a:t>
            </a:r>
            <a:endParaRPr sz="800"/>
          </a:p>
          <a:p xmlns:a="http://schemas.openxmlformats.org/drawingml/2006/main"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sz="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趋势：稀疏度高并不等于算力受限，decode 更常受权重带宽、通信和小 batch 利用率限制；量化、布局和 overlap 是主线。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2954372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2026-10-09T21:40:47.2380000Z</dcterms:created>
  <dcterms:modified xsi:type="dcterms:W3CDTF">2026-10-09T21:40:47.2380000Z</dcterms:modified>
</coreProperties>
</file>