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7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10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slideLayouts/slideLayout35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slideLayouts/slideLayout36.xml" ContentType="application/vnd.openxmlformats-officedocument.presentationml.slideLayout+xml"/>
  <Override PartName="/ppt/theme/theme1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14.xml" ContentType="application/vnd.openxmlformats-officedocument.theme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15.xml" ContentType="application/vnd.openxmlformats-officedocument.theme+xml"/>
  <Override PartName="/ppt/slideLayouts/slideLayout46.xml" ContentType="application/vnd.openxmlformats-officedocument.presentationml.slideLayout+xml"/>
  <Override PartName="/ppt/theme/theme16.xml" ContentType="application/vnd.openxmlformats-officedocument.theme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17.xml" ContentType="application/vnd.openxmlformats-officedocument.them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theme/theme18.xml" ContentType="application/vnd.openxmlformats-officedocument.them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heme/theme19.xml" ContentType="application/vnd.openxmlformats-officedocument.theme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3" r:id="rId3"/>
    <p:sldMasterId id="2147483656" r:id="rId4"/>
    <p:sldMasterId id="2147483662" r:id="rId5"/>
    <p:sldMasterId id="2147483663" r:id="rId6"/>
    <p:sldMasterId id="2147483664" r:id="rId7"/>
    <p:sldMasterId id="2147483671" r:id="rId8"/>
    <p:sldMasterId id="2147483674" r:id="rId9"/>
    <p:sldMasterId id="2147483675" r:id="rId10"/>
    <p:sldMasterId id="2147483691" r:id="rId11"/>
    <p:sldMasterId id="2147483693" r:id="rId12"/>
    <p:sldMasterId id="2147483694" r:id="rId13"/>
    <p:sldMasterId id="2147483696" r:id="rId14"/>
    <p:sldMasterId id="2147483701" r:id="rId15"/>
    <p:sldMasterId id="2147483707" r:id="rId16"/>
    <p:sldMasterId id="2147483709" r:id="rId17"/>
    <p:sldMasterId id="2147483725" r:id="rId18"/>
    <p:sldMasterId id="2147483741" r:id="rId19"/>
    <p:sldMasterId id="2147483742" r:id="rId20"/>
  </p:sldMasterIdLst>
  <p:notesMasterIdLst>
    <p:notesMasterId r:id="rId24"/>
  </p:notesMasterIdLst>
  <p:handoutMasterIdLst>
    <p:handoutMasterId r:id="rId25"/>
  </p:handoutMasterIdLst>
  <p:sldIdLst>
    <p:sldId id="16776087" r:id="rId21"/>
    <p:sldId id="16777051" r:id="rId22"/>
    <p:sldId id="308" r:id="rId23"/>
  </p:sldIdLst>
  <p:sldSz cx="12196763" cy="6858000"/>
  <p:notesSz cx="6858000" cy="9144000"/>
  <p:custDataLst>
    <p:tags r:id="rId2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DDDD"/>
    <a:srgbClr val="000000"/>
    <a:srgbClr val="B5B5B5"/>
    <a:srgbClr val="0000FF"/>
    <a:srgbClr val="FFFFFF"/>
    <a:srgbClr val="E9002F"/>
    <a:srgbClr val="595757"/>
    <a:srgbClr val="221815"/>
    <a:srgbClr val="888888"/>
    <a:srgbClr val="8989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09" autoAdjust="0"/>
    <p:restoredTop sz="79600" autoAdjust="0"/>
  </p:normalViewPr>
  <p:slideViewPr>
    <p:cSldViewPr snapToGrid="0" snapToObjects="1">
      <p:cViewPr varScale="1">
        <p:scale>
          <a:sx n="92" d="100"/>
          <a:sy n="92" d="100"/>
        </p:scale>
        <p:origin x="906" y="9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6" d="100"/>
          <a:sy n="96" d="100"/>
        </p:scale>
        <p:origin x="3104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26" Type="http://schemas.openxmlformats.org/officeDocument/2006/relationships/tags" Target="tags/tag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0" Type="http://schemas.openxmlformats.org/officeDocument/2006/relationships/slideMaster" Target="slideMasters/slideMaster20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3.xml"/><Relationship Id="rId28" Type="http://schemas.openxmlformats.org/officeDocument/2006/relationships/viewProps" Target="viewProps.xml"/><Relationship Id="rId10" Type="http://schemas.openxmlformats.org/officeDocument/2006/relationships/slideMaster" Target="slideMasters/slideMaster10.xml"/><Relationship Id="rId19" Type="http://schemas.openxmlformats.org/officeDocument/2006/relationships/slideMaster" Target="slideMasters/slideMaster19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2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D60A27-BF12-6744-9E93-932A0E34D8BB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7326F3-4732-B74B-9C70-D0992466E49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83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43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ts val="3565"/>
              </a:lnSpc>
            </a:pPr>
            <a:endParaRPr lang="en-US" altLang="zh-CN" sz="1700" dirty="0"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480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07326F3-4732-B74B-9C70-D0992466E499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07326F3-4732-B74B-9C70-D0992466E4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7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0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0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0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12.jpeg"/><Relationship Id="rId5" Type="http://schemas.openxmlformats.org/officeDocument/2006/relationships/slideMaster" Target="../slideMasters/slideMaster10.xml"/><Relationship Id="rId4" Type="http://schemas.openxmlformats.org/officeDocument/2006/relationships/tags" Target="../tags/tag5.xml"/></Relationships>
</file>

<file path=ppt/slideLayouts/_rels/slideLayout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tags" Target="../tags/tag8.xml"/><Relationship Id="rId7" Type="http://schemas.openxmlformats.org/officeDocument/2006/relationships/slideMaster" Target="../slideMasters/slideMaster10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ags" Target="../tags/tag9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7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7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7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image" Target="../media/image12.jpeg"/><Relationship Id="rId5" Type="http://schemas.openxmlformats.org/officeDocument/2006/relationships/slideMaster" Target="../slideMasters/slideMaster17.xml"/><Relationship Id="rId4" Type="http://schemas.openxmlformats.org/officeDocument/2006/relationships/tags" Target="../tags/tag15.xml"/></Relationships>
</file>

<file path=ppt/slideLayouts/_rels/slideLayout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tags" Target="../tags/tag18.xml"/><Relationship Id="rId7" Type="http://schemas.openxmlformats.org/officeDocument/2006/relationships/slideMaster" Target="../slideMasters/slideMaster17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8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8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8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image" Target="../media/image12.jpeg"/><Relationship Id="rId5" Type="http://schemas.openxmlformats.org/officeDocument/2006/relationships/slideMaster" Target="../slideMasters/slideMaster18.xml"/><Relationship Id="rId4" Type="http://schemas.openxmlformats.org/officeDocument/2006/relationships/tags" Target="../tags/tag25.xml"/></Relationships>
</file>

<file path=ppt/slideLayouts/_rels/slideLayout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tags" Target="../tags/tag28.xml"/><Relationship Id="rId7" Type="http://schemas.openxmlformats.org/officeDocument/2006/relationships/slideMaster" Target="../slideMasters/slideMaster18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tags" Target="../tags/tag31.xml"/><Relationship Id="rId5" Type="http://schemas.openxmlformats.org/officeDocument/2006/relationships/tags" Target="../tags/tag30.xml"/><Relationship Id="rId4" Type="http://schemas.openxmlformats.org/officeDocument/2006/relationships/tags" Target="../tags/tag29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048" y="480684"/>
            <a:ext cx="10740640" cy="464403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1" baseline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600"/>
            </a:lvl2pPr>
            <a:lvl3pPr marL="1187450" indent="0" algn="ctr">
              <a:buNone/>
              <a:defRPr sz="2340"/>
            </a:lvl3pPr>
            <a:lvl4pPr marL="1781175" indent="0" algn="ctr">
              <a:buNone/>
              <a:defRPr sz="2080"/>
            </a:lvl4pPr>
            <a:lvl5pPr marL="2374900" indent="0" algn="ctr">
              <a:buNone/>
              <a:defRPr sz="2080"/>
            </a:lvl5pPr>
            <a:lvl6pPr marL="2967990" indent="0" algn="ctr">
              <a:buNone/>
              <a:defRPr sz="2080"/>
            </a:lvl6pPr>
            <a:lvl7pPr marL="3562350" indent="0" algn="ctr">
              <a:buNone/>
              <a:defRPr sz="2080"/>
            </a:lvl7pPr>
            <a:lvl8pPr marL="4155440" indent="0" algn="ctr">
              <a:buNone/>
              <a:defRPr sz="2080"/>
            </a:lvl8pPr>
            <a:lvl9pPr marL="4749165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Box 3"/>
          <p:cNvSpPr txBox="1"/>
          <p:nvPr userDrawn="1"/>
        </p:nvSpPr>
        <p:spPr>
          <a:xfrm>
            <a:off x="734132" y="6402808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2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26021" y="1512875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388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 sz="18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329026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8088" algn="ctr"/>
              </a:tabLst>
              <a:defRPr sz="1600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1098575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8088" algn="ctr"/>
              </a:tabLst>
              <a:defRPr sz="1299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4pPr>
            <a:lvl5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9026" marR="0" lvl="1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75" marR="0" lvl="2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75" marR="0" lvl="2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020633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800" dirty="0">
                <a:solidFill>
                  <a:schemeClr val="tx1"/>
                </a:solidFill>
              </a:rPr>
              <a:t>Thank you.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5"/>
              </a:lnSpc>
              <a:spcBef>
                <a:spcPts val="0"/>
              </a:spcBef>
              <a:buNone/>
              <a:defRPr sz="3195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090" indent="0" algn="ctr">
              <a:buNone/>
              <a:defRPr sz="2595"/>
            </a:lvl2pPr>
            <a:lvl3pPr marL="1186180" indent="0" algn="ctr">
              <a:buNone/>
              <a:defRPr sz="2335"/>
            </a:lvl3pPr>
            <a:lvl4pPr marL="1779270" indent="0" algn="ctr">
              <a:buNone/>
              <a:defRPr sz="2075"/>
            </a:lvl4pPr>
            <a:lvl5pPr marL="2372995" indent="0" algn="ctr">
              <a:buNone/>
              <a:defRPr sz="2075"/>
            </a:lvl5pPr>
            <a:lvl6pPr marL="2966085" indent="0" algn="ctr">
              <a:buNone/>
              <a:defRPr sz="2075"/>
            </a:lvl6pPr>
            <a:lvl7pPr marL="3559175" indent="0" algn="ctr">
              <a:buNone/>
              <a:defRPr sz="2075"/>
            </a:lvl7pPr>
            <a:lvl8pPr marL="4152265" indent="0" algn="ctr">
              <a:buNone/>
              <a:defRPr sz="2075"/>
            </a:lvl8pPr>
            <a:lvl9pPr marL="4745355" indent="0" algn="ctr">
              <a:buNone/>
              <a:defRPr sz="2075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911" y="150198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6500" algn="ctr"/>
              </a:tabLst>
              <a:defRPr sz="1795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25145" indent="-170815">
              <a:buFont typeface="Arial" panose="020B0604020202020204" pitchFamily="34" charset="0"/>
              <a:buChar char="•"/>
              <a:tabLst>
                <a:tab pos="1206500" algn="ctr"/>
              </a:tabLst>
              <a:defRPr sz="1295" baseline="0"/>
            </a:lvl2pPr>
            <a:lvl3pPr marL="525145" indent="-170815">
              <a:buFont typeface="Arial" panose="020B0604020202020204" pitchFamily="34" charset="0"/>
              <a:buChar char="•"/>
              <a:tabLst>
                <a:tab pos="1206500" algn="ctr"/>
              </a:tabLst>
              <a:defRPr sz="1295" baseline="0"/>
            </a:lvl3pPr>
            <a:lvl4pPr marL="525145" indent="-170815">
              <a:buFont typeface="Arial" panose="020B0604020202020204" pitchFamily="34" charset="0"/>
              <a:buChar char="•"/>
              <a:tabLst>
                <a:tab pos="1206500" algn="ctr"/>
              </a:tabLst>
              <a:defRPr sz="1295" baseline="0"/>
            </a:lvl4pPr>
            <a:lvl5pPr marL="525145" indent="-170815">
              <a:buFont typeface="Arial" panose="020B0604020202020204" pitchFamily="34" charset="0"/>
              <a:buChar char="•"/>
              <a:tabLst>
                <a:tab pos="1206500" algn="ctr"/>
              </a:tabLst>
              <a:defRPr sz="1295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智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048" y="480684"/>
            <a:ext cx="10740640" cy="464403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1" baseline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600"/>
            </a:lvl2pPr>
            <a:lvl3pPr marL="1187450" indent="0" algn="ctr">
              <a:buNone/>
              <a:defRPr sz="2340"/>
            </a:lvl3pPr>
            <a:lvl4pPr marL="1781175" indent="0" algn="ctr">
              <a:buNone/>
              <a:defRPr sz="2080"/>
            </a:lvl4pPr>
            <a:lvl5pPr marL="2374900" indent="0" algn="ctr">
              <a:buNone/>
              <a:defRPr sz="2080"/>
            </a:lvl5pPr>
            <a:lvl6pPr marL="2967990" indent="0" algn="ctr">
              <a:buNone/>
              <a:defRPr sz="2080"/>
            </a:lvl6pPr>
            <a:lvl7pPr marL="3562350" indent="0" algn="ctr">
              <a:buNone/>
              <a:defRPr sz="2080"/>
            </a:lvl7pPr>
            <a:lvl8pPr marL="4155440" indent="0" algn="ctr">
              <a:buNone/>
              <a:defRPr sz="2080"/>
            </a:lvl8pPr>
            <a:lvl9pPr marL="4749165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Box 3"/>
          <p:cNvSpPr txBox="1"/>
          <p:nvPr userDrawn="1"/>
        </p:nvSpPr>
        <p:spPr>
          <a:xfrm>
            <a:off x="734132" y="6402808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2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048" y="480686"/>
            <a:ext cx="10740640" cy="464403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2400" b="1" baseline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090" indent="0" algn="ctr">
              <a:buNone/>
              <a:defRPr sz="2600"/>
            </a:lvl2pPr>
            <a:lvl3pPr marL="1187450" indent="0" algn="ctr">
              <a:buNone/>
              <a:defRPr sz="2340"/>
            </a:lvl3pPr>
            <a:lvl4pPr marL="1780540" indent="0" algn="ctr">
              <a:buNone/>
              <a:defRPr sz="2080"/>
            </a:lvl4pPr>
            <a:lvl5pPr marL="2373630" indent="0" algn="ctr">
              <a:buNone/>
              <a:defRPr sz="2080"/>
            </a:lvl5pPr>
            <a:lvl6pPr marL="2966720" indent="0" algn="ctr">
              <a:buNone/>
              <a:defRPr sz="2080"/>
            </a:lvl6pPr>
            <a:lvl7pPr marL="3561080" indent="0" algn="ctr">
              <a:buNone/>
              <a:defRPr sz="2080"/>
            </a:lvl7pPr>
            <a:lvl8pPr marL="4154170" indent="0" algn="ctr">
              <a:buNone/>
              <a:defRPr sz="2080"/>
            </a:lvl8pPr>
            <a:lvl9pPr marL="4747260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5"/>
              </a:lnSpc>
              <a:spcBef>
                <a:spcPts val="0"/>
              </a:spcBef>
              <a:buNone/>
              <a:defRPr sz="3195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090" indent="0" algn="ctr">
              <a:buNone/>
              <a:defRPr sz="2595"/>
            </a:lvl2pPr>
            <a:lvl3pPr marL="1186180" indent="0" algn="ctr">
              <a:buNone/>
              <a:defRPr sz="2335"/>
            </a:lvl3pPr>
            <a:lvl4pPr marL="1779270" indent="0" algn="ctr">
              <a:buNone/>
              <a:defRPr sz="2075"/>
            </a:lvl4pPr>
            <a:lvl5pPr marL="2372995" indent="0" algn="ctr">
              <a:buNone/>
              <a:defRPr sz="2075"/>
            </a:lvl5pPr>
            <a:lvl6pPr marL="2966085" indent="0" algn="ctr">
              <a:buNone/>
              <a:defRPr sz="2075"/>
            </a:lvl6pPr>
            <a:lvl7pPr marL="3559175" indent="0" algn="ctr">
              <a:buNone/>
              <a:defRPr sz="2075"/>
            </a:lvl7pPr>
            <a:lvl8pPr marL="4152265" indent="0" algn="ctr">
              <a:buNone/>
              <a:defRPr sz="2075"/>
            </a:lvl8pPr>
            <a:lvl9pPr marL="4745355" indent="0" algn="ctr">
              <a:buNone/>
              <a:defRPr sz="2075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911" y="150198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6500" algn="ctr"/>
              </a:tabLst>
              <a:defRPr sz="1795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25145" indent="-170815">
              <a:buFont typeface="Arial" panose="020B0604020202020204" pitchFamily="34" charset="0"/>
              <a:buChar char="•"/>
              <a:tabLst>
                <a:tab pos="1206500" algn="ctr"/>
              </a:tabLst>
              <a:defRPr sz="1295" baseline="0"/>
            </a:lvl2pPr>
            <a:lvl3pPr marL="525145" indent="-170815">
              <a:buFont typeface="Arial" panose="020B0604020202020204" pitchFamily="34" charset="0"/>
              <a:buChar char="•"/>
              <a:tabLst>
                <a:tab pos="1206500" algn="ctr"/>
              </a:tabLst>
              <a:defRPr sz="1295" baseline="0"/>
            </a:lvl3pPr>
            <a:lvl4pPr marL="525145" indent="-170815">
              <a:buFont typeface="Arial" panose="020B0604020202020204" pitchFamily="34" charset="0"/>
              <a:buChar char="•"/>
              <a:tabLst>
                <a:tab pos="1206500" algn="ctr"/>
              </a:tabLst>
              <a:defRPr sz="1295" baseline="0"/>
            </a:lvl4pPr>
            <a:lvl5pPr marL="525145" indent="-170815">
              <a:buFont typeface="Arial" panose="020B0604020202020204" pitchFamily="34" charset="0"/>
              <a:buChar char="•"/>
              <a:tabLst>
                <a:tab pos="1206500" algn="ctr"/>
              </a:tabLst>
              <a:defRPr sz="1295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D8E6A-D239-45DC-8734-7A6B9B319D6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2026/9/30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9318-1D1A-4BA1-918A-91DA8E12362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597" y="1122363"/>
            <a:ext cx="9147572" cy="2387600"/>
          </a:xfrm>
        </p:spPr>
        <p:txBody>
          <a:bodyPr anchor="b"/>
          <a:lstStyle>
            <a:lvl1pPr algn="ctr">
              <a:defRPr sz="599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597" y="3602038"/>
            <a:ext cx="9147572" cy="1655762"/>
          </a:xfrm>
        </p:spPr>
        <p:txBody>
          <a:bodyPr/>
          <a:lstStyle>
            <a:lvl1pPr marL="0" indent="0" algn="ctr">
              <a:buNone/>
              <a:defRPr sz="2395"/>
            </a:lvl1pPr>
            <a:lvl2pPr marL="456565" indent="0" algn="ctr">
              <a:buNone/>
              <a:defRPr sz="1995"/>
            </a:lvl2pPr>
            <a:lvl3pPr marL="912495" indent="0" algn="ctr">
              <a:buNone/>
              <a:defRPr sz="1795"/>
            </a:lvl3pPr>
            <a:lvl4pPr marL="1369060" indent="0" algn="ctr">
              <a:buNone/>
              <a:defRPr sz="1595"/>
            </a:lvl4pPr>
            <a:lvl5pPr marL="1826260" indent="0" algn="ctr">
              <a:buNone/>
              <a:defRPr sz="1595"/>
            </a:lvl5pPr>
            <a:lvl6pPr marL="2282190" indent="0" algn="ctr">
              <a:buNone/>
              <a:defRPr sz="1595"/>
            </a:lvl6pPr>
            <a:lvl7pPr marL="2738755" indent="0" algn="ctr">
              <a:buNone/>
              <a:defRPr sz="1595"/>
            </a:lvl7pPr>
            <a:lvl8pPr marL="3194685" indent="0" algn="ctr">
              <a:buNone/>
              <a:defRPr sz="1595"/>
            </a:lvl8pPr>
            <a:lvl9pPr marL="3651250" indent="0" algn="ctr">
              <a:buNone/>
              <a:defRPr sz="1595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400"/>
            <a:fld id="{D997B5FA-0921-464F-AAE1-844C04324D75}" type="datetimeFigureOut">
              <a:rPr lang="zh-CN" altLang="en-US" smtClean="0">
                <a:solidFill>
                  <a:srgbClr val="1D1D1A"/>
                </a:solidFill>
              </a:rPr>
              <a:t>2026/9/30</a:t>
            </a:fld>
            <a:endParaRPr lang="zh-CN" altLang="en-US">
              <a:solidFill>
                <a:srgbClr val="1D1D1A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400"/>
            <a:endParaRPr lang="zh-CN" altLang="en-US">
              <a:solidFill>
                <a:srgbClr val="1D1D1A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400"/>
            <a:fld id="{565CE74E-AB26-4998-AD42-012C4C1AD076}" type="slidenum">
              <a:rPr lang="zh-CN" altLang="en-US" smtClean="0">
                <a:solidFill>
                  <a:srgbClr val="1D1D1A"/>
                </a:solidFill>
              </a:rPr>
              <a:t>‹#›</a:t>
            </a:fld>
            <a:endParaRPr lang="zh-CN" altLang="en-US">
              <a:solidFill>
                <a:srgbClr val="1D1D1A"/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s page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1033620" y="1843088"/>
            <a:ext cx="10122060" cy="3013725"/>
          </a:xfrm>
          <a:prstGeom prst="rect">
            <a:avLst/>
          </a:prstGeom>
        </p:spPr>
        <p:txBody>
          <a:bodyPr tIns="90000" bIns="90000"/>
          <a:lstStyle>
            <a:lvl1pPr marL="412750" indent="-398780">
              <a:lnSpc>
                <a:spcPct val="70000"/>
              </a:lnSpc>
              <a:buFont typeface="+mj-lt"/>
              <a:buAutoNum type="arabicPeriod"/>
              <a:defRPr sz="2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12750" indent="-398780">
              <a:buFont typeface="+mj-lt"/>
              <a:buAutoNum type="arabicPeriod"/>
              <a:defRPr/>
            </a:lvl2pPr>
            <a:lvl3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altLang="zh-CN" dirty="0"/>
          </a:p>
        </p:txBody>
      </p:sp>
      <p:cxnSp>
        <p:nvCxnSpPr>
          <p:cNvPr id="3" name="直线连接符 14"/>
          <p:cNvCxnSpPr/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16"/>
          <p:cNvSpPr txBox="1"/>
          <p:nvPr userDrawn="1"/>
        </p:nvSpPr>
        <p:spPr>
          <a:xfrm>
            <a:off x="918916" y="630373"/>
            <a:ext cx="1147485" cy="6535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目录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8*#仅标题（一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452615" y="447469"/>
            <a:ext cx="11301062" cy="49709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/>
            </a:lvl1pPr>
          </a:lstStyle>
          <a:p>
            <a:pPr marL="0" lvl="0" indent="0" defTabSz="1188085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400"/>
            <a:fld id="{A5D3794B-289A-4A80-97D7-111025398D45}" type="datetimeFigureOut">
              <a:rPr lang="en-US" dirty="0">
                <a:solidFill>
                  <a:prstClr val="black">
                    <a:lumMod val="95000"/>
                    <a:lumOff val="5000"/>
                  </a:prstClr>
                </a:solidFill>
              </a:rPr>
              <a:t>9/30/2026</a:t>
            </a:fld>
            <a:endParaRPr lang="en-US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400"/>
            <a:endParaRPr lang="en-US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400"/>
            <a:fld id="{4FAB73BC-B049-4115-A692-8D63A059BFB8}" type="slidenum">
              <a:rPr lang="en-US" dirty="0">
                <a:solidFill>
                  <a:prstClr val="black">
                    <a:lumMod val="95000"/>
                    <a:lumOff val="5000"/>
                  </a:prstClr>
                </a:solidFill>
              </a:rPr>
              <a:t>‹#›</a:t>
            </a:fld>
            <a:endParaRPr lang="en-US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4306" y="161890"/>
            <a:ext cx="11165422" cy="800100"/>
          </a:xfrm>
          <a:prstGeom prst="rect">
            <a:avLst/>
          </a:prstGeom>
        </p:spPr>
        <p:txBody>
          <a:bodyPr anchor="ctr"/>
          <a:lstStyle>
            <a:lvl1pPr>
              <a:defRPr sz="2795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3" name="组合 2"/>
          <p:cNvGrpSpPr/>
          <p:nvPr userDrawn="1"/>
        </p:nvGrpSpPr>
        <p:grpSpPr>
          <a:xfrm>
            <a:off x="12246133" y="84098"/>
            <a:ext cx="239116" cy="1927858"/>
            <a:chOff x="12246130" y="1518075"/>
            <a:chExt cx="239116" cy="3627664"/>
          </a:xfrm>
        </p:grpSpPr>
        <p:sp>
          <p:nvSpPr>
            <p:cNvPr id="5" name="矩形 9"/>
            <p:cNvSpPr/>
            <p:nvPr userDrawn="1"/>
          </p:nvSpPr>
          <p:spPr>
            <a:xfrm>
              <a:off x="12246130" y="3376754"/>
              <a:ext cx="239116" cy="839646"/>
            </a:xfrm>
            <a:prstGeom prst="rect">
              <a:avLst/>
            </a:prstGeom>
            <a:solidFill>
              <a:srgbClr val="FF6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prstClr val="white"/>
                </a:solidFill>
              </a:endParaRPr>
            </a:p>
          </p:txBody>
        </p:sp>
        <p:sp>
          <p:nvSpPr>
            <p:cNvPr id="6" name="矩形 10"/>
            <p:cNvSpPr/>
            <p:nvPr userDrawn="1"/>
          </p:nvSpPr>
          <p:spPr>
            <a:xfrm>
              <a:off x="12246130" y="2447415"/>
              <a:ext cx="239116" cy="839646"/>
            </a:xfrm>
            <a:prstGeom prst="rect">
              <a:avLst/>
            </a:prstGeom>
            <a:solidFill>
              <a:srgbClr val="7CBF3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prstClr val="white"/>
                </a:solidFill>
              </a:endParaRPr>
            </a:p>
          </p:txBody>
        </p:sp>
        <p:sp>
          <p:nvSpPr>
            <p:cNvPr id="7" name="矩形 11"/>
            <p:cNvSpPr/>
            <p:nvPr userDrawn="1"/>
          </p:nvSpPr>
          <p:spPr>
            <a:xfrm>
              <a:off x="12246130" y="1518075"/>
              <a:ext cx="239116" cy="839646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prstClr val="white"/>
                </a:solidFill>
              </a:endParaRPr>
            </a:p>
          </p:txBody>
        </p:sp>
        <p:sp>
          <p:nvSpPr>
            <p:cNvPr id="10" name="矩形 9"/>
            <p:cNvSpPr/>
            <p:nvPr userDrawn="1"/>
          </p:nvSpPr>
          <p:spPr>
            <a:xfrm>
              <a:off x="12246130" y="4306093"/>
              <a:ext cx="239116" cy="839646"/>
            </a:xfrm>
            <a:prstGeom prst="rect">
              <a:avLst/>
            </a:prstGeom>
            <a:solidFill>
              <a:srgbClr val="E5E5E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87"/>
          <p:cNvGrpSpPr>
            <a:grpSpLocks noChangeAspect="1"/>
          </p:cNvGrpSpPr>
          <p:nvPr userDrawn="1"/>
        </p:nvGrpSpPr>
        <p:grpSpPr>
          <a:xfrm>
            <a:off x="12285673" y="2625399"/>
            <a:ext cx="1962556" cy="4233515"/>
            <a:chOff x="5343885" y="-48857"/>
            <a:chExt cx="3263586" cy="7037279"/>
          </a:xfrm>
        </p:grpSpPr>
        <p:sp>
          <p:nvSpPr>
            <p:cNvPr id="11" name="矩形 13"/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196/0/84</a:t>
              </a:r>
            </a:p>
          </p:txBody>
        </p:sp>
        <p:sp>
          <p:nvSpPr>
            <p:cNvPr id="12" name="文本框 15"/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2495"/>
              <a:r>
                <a:rPr kumimoji="1" lang="zh-CN" altLang="en-US" sz="8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公司辅助色</a:t>
              </a:r>
            </a:p>
          </p:txBody>
        </p:sp>
        <p:sp>
          <p:nvSpPr>
            <p:cNvPr id="13" name="矩形 13"/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203/55/120</a:t>
              </a:r>
            </a:p>
          </p:txBody>
        </p:sp>
        <p:sp>
          <p:nvSpPr>
            <p:cNvPr id="14" name="矩形 13"/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237/109/0</a:t>
              </a:r>
            </a:p>
          </p:txBody>
        </p:sp>
        <p:sp>
          <p:nvSpPr>
            <p:cNvPr id="15" name="矩形 14"/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  <a:defRPr/>
              </a:pP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153/54/54</a:t>
              </a:r>
            </a:p>
          </p:txBody>
        </p:sp>
        <p:sp>
          <p:nvSpPr>
            <p:cNvPr id="16" name="矩形 13"/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98/178/48</a:t>
              </a:r>
            </a:p>
          </p:txBody>
        </p:sp>
        <p:sp>
          <p:nvSpPr>
            <p:cNvPr id="17" name="矩形 13"/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242/137/68</a:t>
              </a:r>
            </a:p>
          </p:txBody>
        </p:sp>
        <p:sp>
          <p:nvSpPr>
            <p:cNvPr id="18" name="矩形 13"/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185C</a:t>
              </a:r>
            </a:p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199/0/11  </a:t>
              </a:r>
            </a:p>
          </p:txBody>
        </p:sp>
        <p:sp>
          <p:nvSpPr>
            <p:cNvPr id="19" name="文本框 15"/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2495"/>
              <a:r>
                <a:rPr kumimoji="1" lang="zh-CN" altLang="en-US" sz="8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公司色</a:t>
              </a:r>
            </a:p>
          </p:txBody>
        </p:sp>
        <p:sp>
          <p:nvSpPr>
            <p:cNvPr id="20" name="矩形 13"/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186C</a:t>
              </a:r>
            </a:p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200/16/46  </a:t>
              </a:r>
            </a:p>
          </p:txBody>
        </p:sp>
        <p:sp>
          <p:nvSpPr>
            <p:cNvPr id="21" name="矩形 13"/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127/0/1</a:t>
              </a:r>
            </a:p>
          </p:txBody>
        </p:sp>
        <p:sp>
          <p:nvSpPr>
            <p:cNvPr id="22" name="矩形 13"/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52/200/0</a:t>
              </a:r>
            </a:p>
          </p:txBody>
        </p:sp>
        <p:sp>
          <p:nvSpPr>
            <p:cNvPr id="23" name="矩形 13"/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48/181/197</a:t>
              </a:r>
            </a:p>
          </p:txBody>
        </p:sp>
        <p:sp>
          <p:nvSpPr>
            <p:cNvPr id="24" name="矩形 13"/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129/193/95</a:t>
              </a:r>
            </a:p>
          </p:txBody>
        </p:sp>
        <p:sp>
          <p:nvSpPr>
            <p:cNvPr id="25" name="矩形 13"/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253/211/81</a:t>
              </a:r>
            </a:p>
          </p:txBody>
        </p:sp>
        <p:sp>
          <p:nvSpPr>
            <p:cNvPr id="26" name="矩形 13"/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86/196/210</a:t>
              </a:r>
            </a:p>
          </p:txBody>
        </p:sp>
        <p:sp>
          <p:nvSpPr>
            <p:cNvPr id="27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211/57/65</a:t>
              </a:r>
            </a:p>
          </p:txBody>
        </p:sp>
        <p:sp>
          <p:nvSpPr>
            <p:cNvPr id="28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211/56/89</a:t>
              </a:r>
            </a:p>
          </p:txBody>
        </p:sp>
        <p:sp>
          <p:nvSpPr>
            <p:cNvPr id="29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221/128/170</a:t>
              </a:r>
            </a:p>
          </p:txBody>
        </p:sp>
        <p:sp>
          <p:nvSpPr>
            <p:cNvPr id="30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  <a:defRPr/>
              </a:pPr>
              <a:r>
                <a:rPr kumimoji="1" lang="en-US" altLang="zh-CN" sz="500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191/128/130</a:t>
              </a:r>
            </a:p>
          </p:txBody>
        </p:sp>
        <p:sp>
          <p:nvSpPr>
            <p:cNvPr id="31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246/183/140</a:t>
              </a:r>
            </a:p>
          </p:txBody>
        </p:sp>
        <p:sp>
          <p:nvSpPr>
            <p:cNvPr id="32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176/216/156</a:t>
              </a:r>
            </a:p>
          </p:txBody>
        </p:sp>
        <p:sp>
          <p:nvSpPr>
            <p:cNvPr id="33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253/227/181</a:t>
              </a:r>
            </a:p>
          </p:txBody>
        </p:sp>
        <p:sp>
          <p:nvSpPr>
            <p:cNvPr id="34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148/218/226</a:t>
              </a:r>
            </a:p>
          </p:txBody>
        </p:sp>
        <p:sp>
          <p:nvSpPr>
            <p:cNvPr id="35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226/129/137</a:t>
              </a:r>
            </a:p>
          </p:txBody>
        </p:sp>
        <p:sp>
          <p:nvSpPr>
            <p:cNvPr id="36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226/129/152</a:t>
              </a:r>
            </a:p>
          </p:txBody>
        </p:sp>
        <p:sp>
          <p:nvSpPr>
            <p:cNvPr id="37" name="矩形 13"/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235/179/204</a:t>
              </a:r>
            </a:p>
          </p:txBody>
        </p:sp>
        <p:sp>
          <p:nvSpPr>
            <p:cNvPr id="38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  <a:defRPr/>
              </a:pPr>
              <a:r>
                <a:rPr kumimoji="1" lang="en-US" altLang="zh-CN" sz="500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216/179/179</a:t>
              </a:r>
            </a:p>
          </p:txBody>
        </p:sp>
        <p:sp>
          <p:nvSpPr>
            <p:cNvPr id="39" name="矩形 13"/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250/211/187</a:t>
              </a:r>
            </a:p>
          </p:txBody>
        </p:sp>
        <p:sp>
          <p:nvSpPr>
            <p:cNvPr id="40" name="矩形 13"/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208/232/196</a:t>
              </a:r>
            </a:p>
          </p:txBody>
        </p:sp>
        <p:sp>
          <p:nvSpPr>
            <p:cNvPr id="41" name="矩形 13"/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254/238/193</a:t>
              </a:r>
            </a:p>
          </p:txBody>
        </p:sp>
        <p:sp>
          <p:nvSpPr>
            <p:cNvPr id="42" name="矩形 13"/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190/23/238</a:t>
              </a:r>
            </a:p>
          </p:txBody>
        </p:sp>
        <p:sp>
          <p:nvSpPr>
            <p:cNvPr id="43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239/178/184</a:t>
              </a:r>
            </a:p>
          </p:txBody>
        </p:sp>
        <p:sp>
          <p:nvSpPr>
            <p:cNvPr id="44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238/179/193</a:t>
              </a:r>
            </a:p>
          </p:txBody>
        </p:sp>
        <p:sp>
          <p:nvSpPr>
            <p:cNvPr id="45" name="矩形 13"/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35/24/21</a:t>
              </a:r>
            </a:p>
          </p:txBody>
        </p:sp>
        <p:sp>
          <p:nvSpPr>
            <p:cNvPr id="46" name="矩形 13"/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89/87/87</a:t>
              </a:r>
            </a:p>
          </p:txBody>
        </p:sp>
        <p:sp>
          <p:nvSpPr>
            <p:cNvPr id="47" name="矩形 13"/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137/137/</a:t>
              </a:r>
              <a:b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</a:t>
              </a:r>
            </a:p>
          </p:txBody>
        </p:sp>
        <p:sp>
          <p:nvSpPr>
            <p:cNvPr id="48" name="矩形 13"/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181/181/</a:t>
              </a:r>
              <a:b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</a:t>
              </a:r>
            </a:p>
          </p:txBody>
        </p:sp>
        <p:sp>
          <p:nvSpPr>
            <p:cNvPr id="49" name="矩形 13"/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221/221/</a:t>
              </a:r>
              <a:br>
                <a:rPr kumimoji="1" lang="en-US" altLang="zh-CN" sz="500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221</a:t>
              </a:r>
            </a:p>
          </p:txBody>
        </p:sp>
        <p:sp>
          <p:nvSpPr>
            <p:cNvPr id="50" name="矩形 13"/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255/255/</a:t>
              </a:r>
              <a:br>
                <a:rPr kumimoji="1" lang="en-US" altLang="zh-CN" sz="500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</a:t>
              </a: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600"/>
            </a:lvl2pPr>
            <a:lvl3pPr marL="1188085" indent="0" algn="ctr">
              <a:buNone/>
              <a:defRPr sz="2340"/>
            </a:lvl3pPr>
            <a:lvl4pPr marL="1781810" indent="0" algn="ctr">
              <a:buNone/>
              <a:defRPr sz="2080"/>
            </a:lvl4pPr>
            <a:lvl5pPr marL="2375535" indent="0" algn="ctr">
              <a:buNone/>
              <a:defRPr sz="2080"/>
            </a:lvl5pPr>
            <a:lvl6pPr marL="2969260" indent="0" algn="ctr">
              <a:buNone/>
              <a:defRPr sz="2080"/>
            </a:lvl6pPr>
            <a:lvl7pPr marL="3563620" indent="0" algn="ctr">
              <a:buNone/>
              <a:defRPr sz="2080"/>
            </a:lvl7pPr>
            <a:lvl8pPr marL="4157345" indent="0" algn="ctr">
              <a:buNone/>
              <a:defRPr sz="2080"/>
            </a:lvl8pPr>
            <a:lvl9pPr marL="4751070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2" hasCustomPrompt="1"/>
          </p:nvPr>
        </p:nvSpPr>
        <p:spPr>
          <a:xfrm>
            <a:off x="726021" y="1512875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705" marR="0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7770" algn="ctr"/>
              </a:tabLst>
              <a:defRPr sz="1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8930" marR="0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7770" algn="ctr"/>
              </a:tabLst>
              <a:defRPr sz="16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098550" marR="0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7770" algn="ctr"/>
              </a:tabLst>
              <a:defRPr sz="13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4pPr>
            <a:lvl5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8930" marR="0" lvl="1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770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50" marR="0" lvl="2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770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50" marR="0" lvl="2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770" algn="ctr"/>
              </a:tabLst>
              <a:defRPr/>
            </a:pPr>
            <a:endParaRPr lang="en-US" altLang="zh-CN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探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7" name="L 形 6"/>
          <p:cNvSpPr/>
          <p:nvPr userDrawn="1"/>
        </p:nvSpPr>
        <p:spPr>
          <a:xfrm rot="5400000">
            <a:off x="7853942" y="2130562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页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1033620" y="1843088"/>
            <a:ext cx="10122060" cy="3013725"/>
          </a:xfrm>
          <a:prstGeom prst="rect">
            <a:avLst/>
          </a:prstGeom>
        </p:spPr>
        <p:txBody>
          <a:bodyPr tIns="90000" bIns="90000"/>
          <a:lstStyle>
            <a:lvl1pPr marL="412750" indent="-398780">
              <a:lnSpc>
                <a:spcPct val="70000"/>
              </a:lnSpc>
              <a:buFont typeface="+mj-lt"/>
              <a:buAutoNum type="arabicPeriod"/>
              <a:defRPr sz="2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12750" indent="-398780">
              <a:buFont typeface="+mj-lt"/>
              <a:buAutoNum type="arabicPeriod"/>
              <a:defRPr/>
            </a:lvl2pPr>
            <a:lvl3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altLang="zh-CN" dirty="0"/>
          </a:p>
        </p:txBody>
      </p:sp>
      <p:cxnSp>
        <p:nvCxnSpPr>
          <p:cNvPr id="3" name="直线连接符 14"/>
          <p:cNvCxnSpPr/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16"/>
          <p:cNvSpPr txBox="1"/>
          <p:nvPr userDrawn="1"/>
        </p:nvSpPr>
        <p:spPr>
          <a:xfrm>
            <a:off x="918916" y="630373"/>
            <a:ext cx="1147485" cy="6535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目录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d p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607488" y="1402067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3765" fontAlgn="base">
              <a:spcBef>
                <a:spcPct val="0"/>
              </a:spcBef>
              <a:spcAft>
                <a:spcPct val="0"/>
              </a:spcAft>
            </a:pPr>
            <a:r>
              <a:rPr lang="en-US" sz="4795" dirty="0">
                <a:solidFill>
                  <a:srgbClr val="1D1D1A"/>
                </a:solidFill>
                <a:latin typeface="FrutigerNext LT Regular" pitchFamily="34" charset="0"/>
                <a:ea typeface="MS PGothic" panose="020B0600070205080204" pitchFamily="34" charset="-128"/>
              </a:rPr>
              <a:t>Thank you.</a:t>
            </a:r>
          </a:p>
        </p:txBody>
      </p:sp>
      <p:sp>
        <p:nvSpPr>
          <p:cNvPr id="3" name="Text Placeholder 1"/>
          <p:cNvSpPr txBox="1"/>
          <p:nvPr userDrawn="1"/>
        </p:nvSpPr>
        <p:spPr>
          <a:xfrm>
            <a:off x="7979359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ts val="1065"/>
              </a:lnSpc>
              <a:spcAft>
                <a:spcPct val="0"/>
              </a:spcAft>
            </a:pPr>
            <a:r>
              <a:rPr kumimoji="1" lang="en-US" altLang="zh-CN" sz="850" b="1" dirty="0">
                <a:solidFill>
                  <a:srgbClr val="1D1D1B"/>
                </a:solidFill>
                <a:latin typeface="Arial" panose="020B0604020202020204"/>
              </a:rPr>
              <a:t>Copyright©2018 Huawei Technologies Co., Ltd.</a:t>
            </a:r>
            <a:br>
              <a:rPr kumimoji="1" lang="en-US" altLang="zh-CN" sz="850" b="1" dirty="0">
                <a:solidFill>
                  <a:srgbClr val="1D1D1B"/>
                </a:solidFill>
                <a:latin typeface="Arial" panose="020B0604020202020204"/>
              </a:rPr>
            </a:br>
            <a:r>
              <a:rPr kumimoji="1" lang="en-US" altLang="zh-CN" sz="850" b="1" dirty="0">
                <a:solidFill>
                  <a:srgbClr val="1D1D1B"/>
                </a:solidFill>
                <a:latin typeface="Arial" panose="020B0604020202020204"/>
              </a:rPr>
              <a:t>All Rights Reserved.</a:t>
            </a:r>
            <a:br>
              <a:rPr kumimoji="1" lang="en-US" altLang="zh-CN" sz="780" dirty="0">
                <a:solidFill>
                  <a:srgbClr val="1D1D1B"/>
                </a:solidFill>
                <a:latin typeface="Arial" panose="020B0604020202020204"/>
              </a:rPr>
            </a:br>
            <a:br>
              <a:rPr kumimoji="1" lang="en-US" altLang="zh-CN" sz="780" dirty="0">
                <a:solidFill>
                  <a:srgbClr val="1D1D1B"/>
                </a:solidFill>
                <a:latin typeface="Arial" panose="020B0604020202020204"/>
              </a:rPr>
            </a:br>
            <a: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</a:br>
            <a: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</a:br>
            <a: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</a:br>
            <a: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</a:br>
            <a: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</a:br>
            <a: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</a:br>
            <a: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</a:br>
            <a: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</a:br>
            <a: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  <a:t>may change the information at any time without notice. </a:t>
            </a:r>
          </a:p>
          <a:p>
            <a:pPr fontAlgn="base">
              <a:lnSpc>
                <a:spcPts val="1065"/>
              </a:lnSpc>
              <a:spcAft>
                <a:spcPct val="0"/>
              </a:spcAft>
            </a:pPr>
            <a:endParaRPr kumimoji="1" lang="zh-CN" altLang="en-US" sz="780" dirty="0">
              <a:solidFill>
                <a:srgbClr val="1D1D1B"/>
              </a:solidFill>
              <a:latin typeface="Arial" panose="020B0604020202020204"/>
            </a:endParaRPr>
          </a:p>
        </p:txBody>
      </p:sp>
      <p:sp>
        <p:nvSpPr>
          <p:cNvPr id="5" name="Subtitle 6"/>
          <p:cNvSpPr txBox="1"/>
          <p:nvPr userDrawn="1"/>
        </p:nvSpPr>
        <p:spPr>
          <a:xfrm>
            <a:off x="7987278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ts val="1680"/>
              </a:lnSpc>
              <a:spcBef>
                <a:spcPts val="0"/>
              </a:spcBef>
              <a:spcAft>
                <a:spcPct val="0"/>
              </a:spcAft>
            </a:pPr>
            <a:r>
              <a:rPr kumimoji="1" lang="zh-CN" altLang="en-US" sz="130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把数字世界带入每个人、每个家庭、</a:t>
            </a:r>
            <a:br>
              <a:rPr kumimoji="1" lang="en-US" altLang="zh-CN" sz="130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1" lang="zh-CN" altLang="en-US" sz="130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每个组织，构建万物互联的智能世界。</a:t>
            </a:r>
          </a:p>
        </p:txBody>
      </p:sp>
      <p:sp>
        <p:nvSpPr>
          <p:cNvPr id="6" name="Subtitle 6"/>
          <p:cNvSpPr txBox="1"/>
          <p:nvPr userDrawn="1"/>
        </p:nvSpPr>
        <p:spPr>
          <a:xfrm>
            <a:off x="7977674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ts val="1290"/>
              </a:lnSpc>
              <a:spcAft>
                <a:spcPct val="0"/>
              </a:spcAft>
            </a:pPr>
            <a:r>
              <a:rPr kumimoji="1" lang="en-US" altLang="zh-CN" sz="120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  <a:t>Bring digital to every person, home and </a:t>
            </a:r>
            <a:br>
              <a:rPr kumimoji="1" lang="en-US" altLang="zh-CN" sz="120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Arial" panose="020B0604020202020204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528" y="365129"/>
            <a:ext cx="10519708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528" y="1825625"/>
            <a:ext cx="10519708" cy="435133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530" y="6356366"/>
            <a:ext cx="2744272" cy="365125"/>
          </a:xfrm>
          <a:prstGeom prst="rect">
            <a:avLst/>
          </a:prstGeom>
        </p:spPr>
        <p:txBody>
          <a:bodyPr/>
          <a:lstStyle/>
          <a:p>
            <a:pPr defTabSz="911860" fontAlgn="base">
              <a:spcBef>
                <a:spcPct val="0"/>
              </a:spcBef>
              <a:spcAft>
                <a:spcPct val="0"/>
              </a:spcAft>
            </a:pPr>
            <a:fld id="{CE6777DC-D225-4028-AD0B-277BE12772E8}" type="datetimeFigureOut">
              <a:rPr lang="zh-CN" altLang="en-US" sz="1200" smtClean="0">
                <a:solidFill>
                  <a:srgbClr val="1D1D1A"/>
                </a:solidFill>
                <a:latin typeface="FrutigerNext LT Regular" pitchFamily="34" charset="0"/>
                <a:ea typeface="MS PGothic" panose="020B0600070205080204" pitchFamily="34" charset="-128"/>
              </a:rPr>
              <a:t>2026/9/30</a:t>
            </a:fld>
            <a:endParaRPr lang="zh-CN" altLang="en-US" sz="1200">
              <a:solidFill>
                <a:srgbClr val="1D1D1A"/>
              </a:solidFill>
              <a:latin typeface="FrutigerNext LT Regular" pitchFamily="34" charset="0"/>
              <a:ea typeface="MS PGothic" panose="020B0600070205080204" pitchFamily="34" charset="-128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40178" y="6356366"/>
            <a:ext cx="4116408" cy="365125"/>
          </a:xfrm>
          <a:prstGeom prst="rect">
            <a:avLst/>
          </a:prstGeom>
        </p:spPr>
        <p:txBody>
          <a:bodyPr/>
          <a:lstStyle/>
          <a:p>
            <a:pPr defTabSz="911860" fontAlgn="base">
              <a:spcBef>
                <a:spcPct val="0"/>
              </a:spcBef>
              <a:spcAft>
                <a:spcPct val="0"/>
              </a:spcAft>
            </a:pPr>
            <a:endParaRPr lang="zh-CN" altLang="en-US" sz="1200">
              <a:solidFill>
                <a:srgbClr val="1D1D1A"/>
              </a:solidFill>
              <a:latin typeface="FrutigerNext LT Regular" pitchFamily="34" charset="0"/>
              <a:ea typeface="MS PGothic" panose="020B0600070205080204" pitchFamily="34" charset="-128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3964" y="6356366"/>
            <a:ext cx="2744272" cy="365125"/>
          </a:xfrm>
          <a:prstGeom prst="rect">
            <a:avLst/>
          </a:prstGeom>
        </p:spPr>
        <p:txBody>
          <a:bodyPr/>
          <a:lstStyle/>
          <a:p>
            <a:pPr defTabSz="911860" fontAlgn="base">
              <a:spcBef>
                <a:spcPct val="0"/>
              </a:spcBef>
              <a:spcAft>
                <a:spcPct val="0"/>
              </a:spcAft>
            </a:pPr>
            <a:fld id="{EA071C81-BE34-4A1D-82F0-99073968B939}" type="slidenum">
              <a:rPr lang="zh-CN" altLang="en-US" sz="1200" smtClean="0">
                <a:solidFill>
                  <a:srgbClr val="1D1D1A"/>
                </a:solidFill>
                <a:latin typeface="FrutigerNext LT Regular" pitchFamily="34" charset="0"/>
                <a:ea typeface="MS PGothic" panose="020B0600070205080204" pitchFamily="34" charset="-128"/>
              </a:rPr>
              <a:t>‹#›</a:t>
            </a:fld>
            <a:endParaRPr lang="zh-CN" altLang="en-US" sz="1200">
              <a:solidFill>
                <a:srgbClr val="1D1D1A"/>
              </a:solidFill>
              <a:latin typeface="FrutigerNext LT Regular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914520" y="2129932"/>
            <a:ext cx="10367725" cy="1471272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4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微软雅黑 </a:t>
            </a:r>
            <a:r>
              <a:rPr lang="en-US" altLang="zh-CN" dirty="0"/>
              <a:t>40pt </a:t>
            </a:r>
            <a:r>
              <a:rPr lang="zh-CN" altLang="en-US" dirty="0"/>
              <a:t>，居中，最多两行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分隔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6763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深色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6763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6763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93725" indent="0" algn="ctr">
              <a:buNone/>
              <a:defRPr sz="2600"/>
            </a:lvl2pPr>
            <a:lvl3pPr marL="1188085" indent="0" algn="ctr">
              <a:buNone/>
              <a:defRPr sz="2340"/>
            </a:lvl3pPr>
            <a:lvl4pPr marL="1781810" indent="0" algn="ctr">
              <a:buNone/>
              <a:defRPr sz="2080"/>
            </a:lvl4pPr>
            <a:lvl5pPr marL="2375535" indent="0" algn="ctr">
              <a:buNone/>
              <a:defRPr sz="2080"/>
            </a:lvl5pPr>
            <a:lvl6pPr marL="2969260" indent="0" algn="ctr">
              <a:buNone/>
              <a:defRPr sz="2080"/>
            </a:lvl6pPr>
            <a:lvl7pPr marL="3563620" indent="0" algn="ctr">
              <a:buNone/>
              <a:defRPr sz="2080"/>
            </a:lvl7pPr>
            <a:lvl8pPr marL="4157345" indent="0" algn="ctr">
              <a:buNone/>
              <a:defRPr sz="2080"/>
            </a:lvl8pPr>
            <a:lvl9pPr marL="4751070" indent="0" algn="ctr">
              <a:buNone/>
              <a:defRPr sz="2080"/>
            </a:lvl9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26022" y="150198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05" algn="ctr"/>
              </a:tabLst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2pPr>
            <a:lvl3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3pPr>
            <a:lvl4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4pPr>
            <a:lvl5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5pPr>
          </a:lstStyle>
          <a:p>
            <a:pPr lvl="0"/>
            <a:r>
              <a:rPr lang="en-US" dirty="0"/>
              <a:t>Click to edit Master text style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9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7"/>
            <a:ext cx="10740640" cy="543547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="1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93725" indent="0" algn="ctr">
              <a:buNone/>
              <a:defRPr sz="2595"/>
            </a:lvl2pPr>
            <a:lvl3pPr marL="1186815" indent="0" algn="ctr">
              <a:buNone/>
              <a:defRPr sz="2335"/>
            </a:lvl3pPr>
            <a:lvl4pPr marL="1780540" indent="0" algn="ctr">
              <a:buNone/>
              <a:defRPr sz="2075"/>
            </a:lvl4pPr>
            <a:lvl5pPr marL="2373630" indent="0" algn="ctr">
              <a:buNone/>
              <a:defRPr sz="2075"/>
            </a:lvl5pPr>
            <a:lvl6pPr marL="2967355" indent="0" algn="ctr">
              <a:buNone/>
              <a:defRPr sz="2075"/>
            </a:lvl6pPr>
            <a:lvl7pPr marL="3560445" indent="0" algn="ctr">
              <a:buNone/>
              <a:defRPr sz="2075"/>
            </a:lvl7pPr>
            <a:lvl8pPr marL="4154170" indent="0" algn="ctr">
              <a:buNone/>
              <a:defRPr sz="2075"/>
            </a:lvl8pPr>
            <a:lvl9pPr marL="4747260" indent="0" algn="ctr">
              <a:buNone/>
              <a:defRPr sz="2075"/>
            </a:lvl9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中文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5"/>
            <a:ext cx="10740640" cy="543547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2400" b="1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93725" indent="0" algn="ctr">
              <a:buNone/>
              <a:defRPr sz="2595"/>
            </a:lvl2pPr>
            <a:lvl3pPr marL="1187450" indent="0" algn="ctr">
              <a:buNone/>
              <a:defRPr sz="2340"/>
            </a:lvl3pPr>
            <a:lvl4pPr marL="1781175" indent="0" algn="ctr">
              <a:buNone/>
              <a:defRPr sz="2080"/>
            </a:lvl4pPr>
            <a:lvl5pPr marL="2374900" indent="0" algn="ctr">
              <a:buNone/>
              <a:defRPr sz="2080"/>
            </a:lvl5pPr>
            <a:lvl6pPr marL="2968625" indent="0" algn="ctr">
              <a:buNone/>
              <a:defRPr sz="2080"/>
            </a:lvl6pPr>
            <a:lvl7pPr marL="3562350" indent="0" algn="ctr">
              <a:buNone/>
              <a:defRPr sz="2080"/>
            </a:lvl7pPr>
            <a:lvl8pPr marL="4156075" indent="0" algn="ctr">
              <a:buNone/>
              <a:defRPr sz="2080"/>
            </a:lvl8pPr>
            <a:lvl9pPr marL="4749800" indent="0" algn="ctr">
              <a:buNone/>
              <a:defRPr sz="2080"/>
            </a:lvl9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中文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839" y="275172"/>
            <a:ext cx="10977087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8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600"/>
            </a:lvl2pPr>
            <a:lvl3pPr marL="1188085" indent="0" algn="ctr">
              <a:buNone/>
              <a:defRPr sz="2340"/>
            </a:lvl3pPr>
            <a:lvl4pPr marL="1781810" indent="0" algn="ctr">
              <a:buNone/>
              <a:defRPr sz="2080"/>
            </a:lvl4pPr>
            <a:lvl5pPr marL="2375535" indent="0" algn="ctr">
              <a:buNone/>
              <a:defRPr sz="2080"/>
            </a:lvl5pPr>
            <a:lvl6pPr marL="2969260" indent="0" algn="ctr">
              <a:buNone/>
              <a:defRPr sz="2080"/>
            </a:lvl6pPr>
            <a:lvl7pPr marL="3563620" indent="0" algn="ctr">
              <a:buNone/>
              <a:defRPr sz="2080"/>
            </a:lvl7pPr>
            <a:lvl8pPr marL="4157345" indent="0" algn="ctr">
              <a:buNone/>
              <a:defRPr sz="2080"/>
            </a:lvl8pPr>
            <a:lvl9pPr marL="4751070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908" y="150198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05" algn="ctr"/>
              </a:tabLst>
              <a:defRPr sz="1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2pPr>
            <a:lvl3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3pPr>
            <a:lvl4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4pPr>
            <a:lvl5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81306" y="336815"/>
            <a:ext cx="10458982" cy="759668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vert="horz" wrap="square" lIns="91393" tIns="45697" rIns="91393" bIns="45697" numCol="1" anchor="ctr" anchorCtr="0" compatLnSpc="1"/>
          <a:lstStyle>
            <a:lvl1pPr marL="0" indent="0">
              <a:buFont typeface="Arial" panose="020B0604020202020204" pitchFamily="34" charset="0"/>
              <a:buNone/>
              <a:defRPr lang="zh-CN" altLang="en-US" sz="3995" b="0" dirty="0">
                <a:solidFill>
                  <a:schemeClr val="tx2"/>
                </a:solidFill>
                <a:latin typeface="FrutigerNext LT Light" pitchFamily="34" charset="0"/>
                <a:ea typeface="黑体" pitchFamily="49" charset="-122"/>
              </a:defRPr>
            </a:lvl1pPr>
          </a:lstStyle>
          <a:p>
            <a:pPr lvl="0"/>
            <a:r>
              <a:rPr lang="en-US" altLang="zh-CN" dirty="0"/>
              <a:t>HEADLINE TEXT TO BE PLACED</a:t>
            </a:r>
            <a:endParaRPr lang="zh-CN" altLang="en-US" dirty="0"/>
          </a:p>
        </p:txBody>
      </p:sp>
    </p:spTree>
  </p:cSld>
  <p:clrMapOvr>
    <a:masterClrMapping/>
  </p:clrMapOvr>
  <p:transition>
    <p:fade thruBlk="1"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927" y="449287"/>
            <a:ext cx="10180910" cy="871537"/>
          </a:xfrm>
          <a:prstGeom prst="rect">
            <a:avLst/>
          </a:prstGeom>
        </p:spPr>
        <p:txBody>
          <a:bodyPr lIns="91434" tIns="45717" rIns="91434" bIns="45717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1019183" y="1628384"/>
            <a:ext cx="10158399" cy="4584744"/>
          </a:xfrm>
          <a:prstGeom prst="rect">
            <a:avLst/>
          </a:prstGeom>
        </p:spPr>
        <p:txBody>
          <a:bodyPr lIns="91434" tIns="45717" rIns="91434" bIns="45717"/>
          <a:lstStyle>
            <a:lvl1pPr>
              <a:defRPr sz="3200"/>
            </a:lvl1pPr>
            <a:lvl2pPr>
              <a:defRPr sz="2665"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  <p:transition advClick="0" advTm="8000">
    <p:fade thruBlk="1"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18" name="L 形 17"/>
          <p:cNvSpPr/>
          <p:nvPr userDrawn="1">
            <p:custDataLst>
              <p:tags r:id="rId2"/>
            </p:custDataLst>
          </p:nvPr>
        </p:nvSpPr>
        <p:spPr>
          <a:xfrm rot="5400000">
            <a:off x="5824025" y="256863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  <p:custDataLst>
              <p:tags r:id="rId3"/>
            </p:custDataLst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单击此处添加标题</a:t>
            </a:r>
            <a:endParaRPr lang="en-US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  <p:custDataLst>
              <p:tags r:id="rId4"/>
            </p:custDataLst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单击此处添加文本</a:t>
            </a:r>
            <a:endParaRPr 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62310" y="258793"/>
            <a:ext cx="10996146" cy="49170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000" b="1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-1982311" y="750499"/>
            <a:ext cx="10996146" cy="4797904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" name="Text Box 5"/>
          <p:cNvSpPr txBox="1">
            <a:spLocks noChangeArrowheads="1"/>
          </p:cNvSpPr>
          <p:nvPr userDrawn="1">
            <p:custDataLst>
              <p:tags r:id="rId3"/>
            </p:custDataLst>
          </p:nvPr>
        </p:nvSpPr>
        <p:spPr bwMode="auto">
          <a:xfrm>
            <a:off x="870312" y="6471876"/>
            <a:ext cx="2506524" cy="27462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104210" tIns="52106" rIns="104210" bIns="52106">
            <a:spAutoFit/>
          </a:bodyPr>
          <a:lstStyle/>
          <a:p>
            <a:pPr defTabSz="1043305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100">
                <a:solidFill>
                  <a:srgbClr val="000000"/>
                </a:solidFill>
                <a:latin typeface="FrutigerNext LT Bold" pitchFamily="1" charset="0"/>
                <a:ea typeface="MS PGothic" panose="020B0600070205080204" pitchFamily="34" charset="-128"/>
              </a:rPr>
              <a:t>HUAWEI TECHNOLOGIES Co., Ltd.</a:t>
            </a:r>
            <a:endParaRPr lang="en-US" altLang="zh-CN" sz="1800">
              <a:solidFill>
                <a:srgbClr val="000000"/>
              </a:solidFill>
              <a:ea typeface="MS PGothic" panose="020B0600070205080204" pitchFamily="34" charset="-128"/>
            </a:endParaRPr>
          </a:p>
        </p:txBody>
      </p:sp>
      <p:sp>
        <p:nvSpPr>
          <p:cNvPr id="11" name="Rectangle 7"/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auto">
          <a:xfrm>
            <a:off x="4882997" y="6471884"/>
            <a:ext cx="1632730" cy="27453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lIns="104202" tIns="52098" rIns="104202" bIns="52098">
            <a:spAutoFit/>
          </a:bodyPr>
          <a:lstStyle/>
          <a:p>
            <a:pPr defTabSz="1043305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100">
                <a:solidFill>
                  <a:srgbClr val="000000"/>
                </a:solidFill>
                <a:latin typeface="FrutigerNext LT Bold" pitchFamily="1" charset="0"/>
                <a:ea typeface="MS PGothic" panose="020B0600070205080204" pitchFamily="34" charset="-128"/>
              </a:rPr>
              <a:t>HUAWEI Confidential </a:t>
            </a:r>
          </a:p>
        </p:txBody>
      </p:sp>
      <p:sp>
        <p:nvSpPr>
          <p:cNvPr id="12" name="Rectangle 86"/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auto">
          <a:xfrm>
            <a:off x="8173896" y="6484776"/>
            <a:ext cx="1409884" cy="24882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0" tIns="0" rIns="0" bIns="0" anchor="ctr" anchorCtr="0"/>
          <a:lstStyle/>
          <a:p>
            <a:pPr defTabSz="78232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200">
                <a:solidFill>
                  <a:srgbClr val="000000">
                    <a:lumMod val="95000"/>
                    <a:lumOff val="5000"/>
                  </a:srgbClr>
                </a:solidFill>
                <a:latin typeface="Calibri" pitchFamily="34" charset="0"/>
                <a:ea typeface="MS PGothic" panose="020B0600070205080204" pitchFamily="34" charset="-128"/>
              </a:rPr>
              <a:t>Page </a:t>
            </a:r>
            <a:fld id="{E68EC476-442B-4BB7-9603-F1440C241F3D}" type="slidenum">
              <a:rPr lang="de-DE" sz="1200">
                <a:solidFill>
                  <a:srgbClr val="000000">
                    <a:lumMod val="95000"/>
                    <a:lumOff val="5000"/>
                  </a:srgbClr>
                </a:solidFill>
                <a:latin typeface="Calibri" pitchFamily="34" charset="0"/>
                <a:ea typeface="MS PGothic" panose="020B0600070205080204" pitchFamily="34" charset="-128"/>
              </a:rPr>
              <a:t>‹#›</a:t>
            </a:fld>
            <a:endParaRPr lang="en-GB" sz="1200">
              <a:solidFill>
                <a:srgbClr val="000000">
                  <a:lumMod val="95000"/>
                  <a:lumOff val="5000"/>
                </a:srgbClr>
              </a:solidFill>
              <a:latin typeface="Calibri" pitchFamily="34" charset="0"/>
              <a:ea typeface="MS PGothic" panose="020B0600070205080204" pitchFamily="34" charset="-128"/>
            </a:endParaRPr>
          </a:p>
        </p:txBody>
      </p:sp>
      <p:pic>
        <p:nvPicPr>
          <p:cNvPr id="13" name="图片 12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1449" y="6474438"/>
            <a:ext cx="1231806" cy="269502"/>
          </a:xfrm>
          <a:prstGeom prst="rect">
            <a:avLst/>
          </a:prstGeom>
        </p:spPr>
      </p:pic>
    </p:spTree>
  </p:cSld>
  <p:clrMapOvr>
    <a:masterClrMapping/>
  </p:clrMapOvr>
  <p:transition advClick="0" advTm="8000">
    <p:fade thruBlk="1"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5"/>
              </a:lnSpc>
              <a:spcBef>
                <a:spcPts val="0"/>
              </a:spcBef>
              <a:buNone/>
              <a:defRPr sz="2395" b="1" baseline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2455" indent="0" algn="ctr">
              <a:buNone/>
              <a:defRPr sz="2590"/>
            </a:lvl2pPr>
            <a:lvl3pPr marL="1184910" indent="0" algn="ctr">
              <a:buNone/>
              <a:defRPr sz="2330"/>
            </a:lvl3pPr>
            <a:lvl4pPr marL="1777365" indent="0" algn="ctr">
              <a:buNone/>
              <a:defRPr sz="2075"/>
            </a:lvl4pPr>
            <a:lvl5pPr marL="2369820" indent="0" algn="ctr">
              <a:buNone/>
              <a:defRPr sz="2075"/>
            </a:lvl5pPr>
            <a:lvl6pPr marL="2962275" indent="0" algn="ctr">
              <a:buNone/>
              <a:defRPr sz="2075"/>
            </a:lvl6pPr>
            <a:lvl7pPr marL="3554730" indent="0" algn="ctr">
              <a:buNone/>
              <a:defRPr sz="2075"/>
            </a:lvl7pPr>
            <a:lvl8pPr marL="4147185" indent="0" algn="ctr">
              <a:buNone/>
              <a:defRPr sz="2075"/>
            </a:lvl8pPr>
            <a:lvl9pPr marL="4739640" indent="0" algn="ctr">
              <a:buNone/>
              <a:defRPr sz="2075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2" hasCustomPrompt="1"/>
          </p:nvPr>
        </p:nvSpPr>
        <p:spPr>
          <a:xfrm>
            <a:off x="726027" y="1512881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070" marR="0" indent="-167640" algn="l" defTabSz="11849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4595" algn="ctr"/>
              </a:tabLst>
              <a:defRPr sz="1795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8295" marR="0" indent="-167640" algn="l" defTabSz="11849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4595" algn="ctr"/>
              </a:tabLst>
              <a:defRPr sz="1595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096010" marR="0" indent="-167640" algn="l" defTabSz="11849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4595" algn="ctr"/>
              </a:tabLst>
              <a:defRPr sz="1295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524510" indent="-170815">
              <a:buFont typeface="Arial" panose="020B0604020202020204" pitchFamily="34" charset="0"/>
              <a:buChar char="•"/>
              <a:tabLst>
                <a:tab pos="1205230" algn="ctr"/>
              </a:tabLst>
              <a:defRPr sz="1295" baseline="0"/>
            </a:lvl4pPr>
            <a:lvl5pPr marL="524510" indent="-170815">
              <a:buFont typeface="Arial" panose="020B0604020202020204" pitchFamily="34" charset="0"/>
              <a:buChar char="•"/>
              <a:tabLst>
                <a:tab pos="1205230" algn="ctr"/>
              </a:tabLst>
              <a:defRPr sz="1295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8295" marR="0" lvl="1" indent="-167640" algn="l" defTabSz="11849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4595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6010" marR="0" lvl="2" indent="-167640" algn="l" defTabSz="11849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4595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6010" marR="0" lvl="2" indent="-167640" algn="l" defTabSz="11849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4595" algn="ctr"/>
              </a:tabLst>
              <a:defRPr/>
            </a:pPr>
            <a:endParaRPr lang="en-US" altLang="zh-CN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596" y="1122363"/>
            <a:ext cx="9147572" cy="2387600"/>
          </a:xfrm>
          <a:prstGeom prst="rect">
            <a:avLst/>
          </a:prstGeom>
        </p:spPr>
        <p:txBody>
          <a:bodyPr anchor="b"/>
          <a:lstStyle>
            <a:lvl1pPr algn="ctr">
              <a:defRPr sz="5985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596" y="3602038"/>
            <a:ext cx="9147572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395"/>
            </a:lvl1pPr>
            <a:lvl2pPr marL="455930" indent="0" algn="ctr">
              <a:buNone/>
              <a:defRPr sz="1995"/>
            </a:lvl2pPr>
            <a:lvl3pPr marL="911860" indent="0" algn="ctr">
              <a:buNone/>
              <a:defRPr sz="1795"/>
            </a:lvl3pPr>
            <a:lvl4pPr marL="1367790" indent="0" algn="ctr">
              <a:buNone/>
              <a:defRPr sz="1595"/>
            </a:lvl4pPr>
            <a:lvl5pPr marL="1823720" indent="0" algn="ctr">
              <a:buNone/>
              <a:defRPr sz="1595"/>
            </a:lvl5pPr>
            <a:lvl6pPr marL="2279650" indent="0" algn="ctr">
              <a:buNone/>
              <a:defRPr sz="1595"/>
            </a:lvl6pPr>
            <a:lvl7pPr marL="2735580" indent="0" algn="ctr">
              <a:buNone/>
              <a:defRPr sz="1595"/>
            </a:lvl7pPr>
            <a:lvl8pPr marL="3191510" indent="0" algn="ctr">
              <a:buNone/>
              <a:defRPr sz="1595"/>
            </a:lvl8pPr>
            <a:lvl9pPr marL="3647440" indent="0" algn="ctr">
              <a:buNone/>
              <a:defRPr sz="1595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2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595"/>
            </a:lvl2pPr>
            <a:lvl3pPr marL="1187450" indent="0" algn="ctr">
              <a:buNone/>
              <a:defRPr sz="2335"/>
            </a:lvl3pPr>
            <a:lvl4pPr marL="1780540" indent="0" algn="ctr">
              <a:buNone/>
              <a:defRPr sz="2080"/>
            </a:lvl4pPr>
            <a:lvl5pPr marL="2374265" indent="0" algn="ctr">
              <a:buNone/>
              <a:defRPr sz="2080"/>
            </a:lvl5pPr>
            <a:lvl6pPr marL="2967990" indent="0" algn="ctr">
              <a:buNone/>
              <a:defRPr sz="2080"/>
            </a:lvl6pPr>
            <a:lvl7pPr marL="3561715" indent="0" algn="ctr">
              <a:buNone/>
              <a:defRPr sz="2080"/>
            </a:lvl7pPr>
            <a:lvl8pPr marL="4155440" indent="0" algn="ctr">
              <a:buNone/>
              <a:defRPr sz="2080"/>
            </a:lvl8pPr>
            <a:lvl9pPr marL="4748530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595"/>
            </a:lvl2pPr>
            <a:lvl3pPr marL="1186815" indent="0" algn="ctr">
              <a:buNone/>
              <a:defRPr sz="2335"/>
            </a:lvl3pPr>
            <a:lvl4pPr marL="1780540" indent="0" algn="ctr">
              <a:buNone/>
              <a:defRPr sz="2075"/>
            </a:lvl4pPr>
            <a:lvl5pPr marL="2373630" indent="0" algn="ctr">
              <a:buNone/>
              <a:defRPr sz="2075"/>
            </a:lvl5pPr>
            <a:lvl6pPr marL="2967355" indent="0" algn="ctr">
              <a:buNone/>
              <a:defRPr sz="2075"/>
            </a:lvl6pPr>
            <a:lvl7pPr marL="3560445" indent="0" algn="ctr">
              <a:buNone/>
              <a:defRPr sz="2075"/>
            </a:lvl7pPr>
            <a:lvl8pPr marL="4154170" indent="0" algn="ctr">
              <a:buNone/>
              <a:defRPr sz="2075"/>
            </a:lvl8pPr>
            <a:lvl9pPr marL="4747260" indent="0" algn="ctr">
              <a:buNone/>
              <a:defRPr sz="2075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2" hasCustomPrompt="1"/>
          </p:nvPr>
        </p:nvSpPr>
        <p:spPr>
          <a:xfrm>
            <a:off x="726023" y="151287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070" marR="0" indent="-168275" algn="l" defTabSz="1186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6500" algn="ctr"/>
              </a:tabLst>
              <a:defRPr sz="1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8930" marR="0" indent="-168275" algn="l" defTabSz="1186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6500" algn="ctr"/>
              </a:tabLst>
              <a:defRPr sz="16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097915" marR="0" indent="-168275" algn="l" defTabSz="1186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6500" algn="ctr"/>
              </a:tabLst>
              <a:defRPr sz="1295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525145" indent="-170815">
              <a:buFont typeface="Arial" panose="020B0604020202020204" pitchFamily="34" charset="0"/>
              <a:buChar char="•"/>
              <a:tabLst>
                <a:tab pos="1207135" algn="ctr"/>
              </a:tabLst>
              <a:defRPr sz="1295" baseline="0"/>
            </a:lvl4pPr>
            <a:lvl5pPr marL="525145" indent="-170815">
              <a:buFont typeface="Arial" panose="020B0604020202020204" pitchFamily="34" charset="0"/>
              <a:buChar char="•"/>
              <a:tabLst>
                <a:tab pos="1207135" algn="ctr"/>
              </a:tabLst>
              <a:defRPr sz="1295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8930" marR="0" lvl="1" indent="-168275" algn="l" defTabSz="1186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6500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7915" marR="0" lvl="2" indent="-168275" algn="l" defTabSz="1186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6500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7915" marR="0" lvl="2" indent="-168275" algn="l" defTabSz="1186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6500" algn="ctr"/>
              </a:tabLst>
              <a:defRPr/>
            </a:pPr>
            <a:endParaRPr lang="en-US" altLang="zh-CN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76414" y="296417"/>
            <a:ext cx="10442348" cy="871537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76414" y="1196975"/>
            <a:ext cx="10442348" cy="49276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484801" y="6525344"/>
            <a:ext cx="1359463" cy="457200"/>
          </a:xfrm>
          <a:prstGeom prst="rect">
            <a:avLst/>
          </a:prstGeom>
        </p:spPr>
        <p:txBody>
          <a:bodyPr lIns="84883" tIns="42441" rIns="84883" bIns="42441"/>
          <a:lstStyle>
            <a:lvl1pPr>
              <a:defRPr/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GB" sz="1865" b="1" dirty="0">
              <a:solidFill>
                <a:srgbClr val="B2B2B2"/>
              </a:solidFill>
              <a:latin typeface="Arial" panose="020B0604020202020204" pitchFamily="34" charset="0"/>
              <a:ea typeface="宋体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2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595"/>
            </a:lvl2pPr>
            <a:lvl3pPr marL="1187450" indent="0" algn="ctr">
              <a:buNone/>
              <a:defRPr sz="2335"/>
            </a:lvl3pPr>
            <a:lvl4pPr marL="1781175" indent="0" algn="ctr">
              <a:buNone/>
              <a:defRPr sz="2080"/>
            </a:lvl4pPr>
            <a:lvl5pPr marL="2374900" indent="0" algn="ctr">
              <a:buNone/>
              <a:defRPr sz="2080"/>
            </a:lvl5pPr>
            <a:lvl6pPr marL="2968625" indent="0" algn="ctr">
              <a:buNone/>
              <a:defRPr sz="2080"/>
            </a:lvl6pPr>
            <a:lvl7pPr marL="3561715" indent="0" algn="ctr">
              <a:buNone/>
              <a:defRPr sz="2080"/>
            </a:lvl7pPr>
            <a:lvl8pPr marL="4155440" indent="0" algn="ctr">
              <a:buNone/>
              <a:defRPr sz="2080"/>
            </a:lvl8pPr>
            <a:lvl9pPr marL="4749165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600"/>
            </a:lvl2pPr>
            <a:lvl3pPr marL="1188085" indent="0" algn="ctr">
              <a:buNone/>
              <a:defRPr sz="2340"/>
            </a:lvl3pPr>
            <a:lvl4pPr marL="1781810" indent="0" algn="ctr">
              <a:buNone/>
              <a:defRPr sz="2080"/>
            </a:lvl4pPr>
            <a:lvl5pPr marL="2375535" indent="0" algn="ctr">
              <a:buNone/>
              <a:defRPr sz="2080"/>
            </a:lvl5pPr>
            <a:lvl6pPr marL="2969260" indent="0" algn="ctr">
              <a:buNone/>
              <a:defRPr sz="2080"/>
            </a:lvl6pPr>
            <a:lvl7pPr marL="3563620" indent="0" algn="ctr">
              <a:buNone/>
              <a:defRPr sz="2080"/>
            </a:lvl7pPr>
            <a:lvl8pPr marL="4157345" indent="0" algn="ctr">
              <a:buNone/>
              <a:defRPr sz="2080"/>
            </a:lvl8pPr>
            <a:lvl9pPr marL="4751070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2" hasCustomPrompt="1"/>
          </p:nvPr>
        </p:nvSpPr>
        <p:spPr>
          <a:xfrm>
            <a:off x="726021" y="1512875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705" marR="0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7770" algn="ctr"/>
              </a:tabLst>
              <a:defRPr sz="1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8930" marR="0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7770" algn="ctr"/>
              </a:tabLst>
              <a:defRPr sz="16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098550" marR="0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7770" algn="ctr"/>
              </a:tabLst>
              <a:defRPr sz="13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4pPr>
            <a:lvl5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8930" marR="0" lvl="1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770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50" marR="0" lvl="2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770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50" marR="0" lvl="2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770" algn="ctr"/>
              </a:tabLst>
              <a:defRPr/>
            </a:pPr>
            <a:endParaRPr lang="en-US" altLang="zh-CN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8415" y="23627"/>
            <a:ext cx="11316431" cy="668544"/>
          </a:xfrm>
          <a:prstGeom prst="rect">
            <a:avLst/>
          </a:prstGeom>
        </p:spPr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Rectangle 10"/>
          <p:cNvSpPr>
            <a:spLocks noGrp="1" noChangeArrowheads="1"/>
          </p:cNvSpPr>
          <p:nvPr>
            <p:ph type="dt" sz="half" idx="10"/>
          </p:nvPr>
        </p:nvSpPr>
        <p:spPr>
          <a:xfrm>
            <a:off x="575341" y="6525359"/>
            <a:ext cx="141082" cy="1177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4F06BD-4024-4D54-AE9D-8C5333DEF8AE}" type="slidenum">
              <a:rPr lang="de-DE" altLang="zh-CN" smtClean="0">
                <a:solidFill>
                  <a:prstClr val="black"/>
                </a:solidFill>
              </a:rPr>
              <a:t>‹#›</a:t>
            </a:fld>
            <a:endParaRPr lang="en-GB" altLang="zh-CN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600"/>
            </a:lvl2pPr>
            <a:lvl3pPr marL="1188085" indent="0" algn="ctr">
              <a:buNone/>
              <a:defRPr sz="2340"/>
            </a:lvl3pPr>
            <a:lvl4pPr marL="1781810" indent="0" algn="ctr">
              <a:buNone/>
              <a:defRPr sz="2080"/>
            </a:lvl4pPr>
            <a:lvl5pPr marL="2375535" indent="0" algn="ctr">
              <a:buNone/>
              <a:defRPr sz="2080"/>
            </a:lvl5pPr>
            <a:lvl6pPr marL="2969260" indent="0" algn="ctr">
              <a:buNone/>
              <a:defRPr sz="2080"/>
            </a:lvl6pPr>
            <a:lvl7pPr marL="3563620" indent="0" algn="ctr">
              <a:buNone/>
              <a:defRPr sz="2080"/>
            </a:lvl7pPr>
            <a:lvl8pPr marL="4157345" indent="0" algn="ctr">
              <a:buNone/>
              <a:defRPr sz="2080"/>
            </a:lvl8pPr>
            <a:lvl9pPr marL="4751070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908" y="150198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05" algn="ctr"/>
              </a:tabLst>
              <a:defRPr sz="1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2pPr>
            <a:lvl3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3pPr>
            <a:lvl4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4pPr>
            <a:lvl5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hapt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1" hasCustomPrompt="1"/>
          </p:nvPr>
        </p:nvSpPr>
        <p:spPr>
          <a:xfrm>
            <a:off x="726021" y="1512875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705" marR="0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7770" algn="ctr"/>
              </a:tabLst>
              <a:defRPr sz="1800" baseline="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446405" marR="0" indent="-285750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7770" algn="ctr"/>
              </a:tabLst>
              <a:defRPr sz="1600" baseline="0">
                <a:latin typeface="+mn-lt"/>
                <a:ea typeface="微软雅黑" panose="020B0503020204020204" pitchFamily="34" charset="-122"/>
              </a:defRPr>
            </a:lvl2pPr>
            <a:lvl3pPr marL="1098550" marR="0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7770" algn="ctr"/>
              </a:tabLst>
              <a:defRPr sz="1300" baseline="0">
                <a:latin typeface="+mn-lt"/>
                <a:ea typeface="微软雅黑" panose="020B0503020204020204" pitchFamily="34" charset="-122"/>
              </a:defRPr>
            </a:lvl3pPr>
            <a:lvl4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4pPr>
            <a:lvl5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5pPr>
          </a:lstStyle>
          <a:p>
            <a:pPr lvl="0"/>
            <a:r>
              <a:rPr lang="en-US" dirty="0"/>
              <a:t>Click to edit Master text style</a:t>
            </a:r>
          </a:p>
          <a:p>
            <a:pPr marL="328930" marR="0" lvl="1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770" algn="ctr"/>
              </a:tabLst>
              <a:defRPr/>
            </a:pPr>
            <a:r>
              <a:rPr lang="en-US" dirty="0"/>
              <a:t>Click to edit Master text style</a:t>
            </a:r>
          </a:p>
          <a:p>
            <a:pPr marL="1098550" marR="0" lvl="2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770" algn="ctr"/>
              </a:tabLst>
              <a:defRPr/>
            </a:pPr>
            <a:r>
              <a:rPr lang="en-US" dirty="0"/>
              <a:t>Click to edit Master text style</a:t>
            </a:r>
          </a:p>
          <a:p>
            <a:pPr marL="1098550" marR="0" lvl="2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770" algn="ctr"/>
              </a:tabLst>
              <a:defRPr/>
            </a:pPr>
            <a:endParaRPr lang="en-US" altLang="zh-C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93725" indent="0" algn="ctr">
              <a:buNone/>
              <a:defRPr sz="2600"/>
            </a:lvl2pPr>
            <a:lvl3pPr marL="1188085" indent="0" algn="ctr">
              <a:buNone/>
              <a:defRPr sz="2340"/>
            </a:lvl3pPr>
            <a:lvl4pPr marL="1781810" indent="0" algn="ctr">
              <a:buNone/>
              <a:defRPr sz="2080"/>
            </a:lvl4pPr>
            <a:lvl5pPr marL="2375535" indent="0" algn="ctr">
              <a:buNone/>
              <a:defRPr sz="2080"/>
            </a:lvl5pPr>
            <a:lvl6pPr marL="2969260" indent="0" algn="ctr">
              <a:buNone/>
              <a:defRPr sz="2080"/>
            </a:lvl6pPr>
            <a:lvl7pPr marL="3563620" indent="0" algn="ctr">
              <a:buNone/>
              <a:defRPr sz="2080"/>
            </a:lvl7pPr>
            <a:lvl8pPr marL="4157345" indent="0" algn="ctr">
              <a:buNone/>
              <a:defRPr sz="2080"/>
            </a:lvl8pPr>
            <a:lvl9pPr marL="4751070" indent="0" algn="ctr">
              <a:buNone/>
              <a:defRPr sz="2080"/>
            </a:lvl9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596" y="1122363"/>
            <a:ext cx="9147572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596" y="3602038"/>
            <a:ext cx="914757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57381-FF4A-4E33-8597-9E7D48B791F8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t>2026/9/30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E9B32-B6B7-458E-99FC-201F3722513B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页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1033620" y="1843088"/>
            <a:ext cx="10122060" cy="3013725"/>
          </a:xfrm>
          <a:prstGeom prst="rect">
            <a:avLst/>
          </a:prstGeom>
        </p:spPr>
        <p:txBody>
          <a:bodyPr tIns="90000" bIns="90000"/>
          <a:lstStyle>
            <a:lvl1pPr marL="412750" indent="-398780">
              <a:lnSpc>
                <a:spcPct val="70000"/>
              </a:lnSpc>
              <a:buFont typeface="+mj-lt"/>
              <a:buAutoNum type="arabicPeriod"/>
              <a:defRPr sz="2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12750" indent="-398780">
              <a:buFont typeface="+mj-lt"/>
              <a:buAutoNum type="arabicPeriod"/>
              <a:defRPr/>
            </a:lvl2pPr>
            <a:lvl3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altLang="zh-CN" dirty="0"/>
          </a:p>
        </p:txBody>
      </p:sp>
      <p:cxnSp>
        <p:nvCxnSpPr>
          <p:cNvPr id="3" name="直线连接符 14"/>
          <p:cNvCxnSpPr/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16"/>
          <p:cNvSpPr txBox="1"/>
          <p:nvPr userDrawn="1"/>
        </p:nvSpPr>
        <p:spPr>
          <a:xfrm>
            <a:off x="918916" y="630373"/>
            <a:ext cx="1147485" cy="6535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目录</a:t>
            </a: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914520" y="2129932"/>
            <a:ext cx="10367725" cy="1471272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4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微软雅黑 </a:t>
            </a:r>
            <a:r>
              <a:rPr lang="en-US" altLang="zh-CN" dirty="0"/>
              <a:t>40pt </a:t>
            </a:r>
            <a:r>
              <a:rPr lang="zh-CN" altLang="en-US" dirty="0"/>
              <a:t>，居中，最多两行</a:t>
            </a: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分隔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6763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深色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6763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6763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93725" indent="0" algn="ctr">
              <a:buNone/>
              <a:defRPr sz="2600"/>
            </a:lvl2pPr>
            <a:lvl3pPr marL="1188085" indent="0" algn="ctr">
              <a:buNone/>
              <a:defRPr sz="2340"/>
            </a:lvl3pPr>
            <a:lvl4pPr marL="1781810" indent="0" algn="ctr">
              <a:buNone/>
              <a:defRPr sz="2080"/>
            </a:lvl4pPr>
            <a:lvl5pPr marL="2375535" indent="0" algn="ctr">
              <a:buNone/>
              <a:defRPr sz="2080"/>
            </a:lvl5pPr>
            <a:lvl6pPr marL="2969260" indent="0" algn="ctr">
              <a:buNone/>
              <a:defRPr sz="2080"/>
            </a:lvl6pPr>
            <a:lvl7pPr marL="3563620" indent="0" algn="ctr">
              <a:buNone/>
              <a:defRPr sz="2080"/>
            </a:lvl7pPr>
            <a:lvl8pPr marL="4157345" indent="0" algn="ctr">
              <a:buNone/>
              <a:defRPr sz="2080"/>
            </a:lvl8pPr>
            <a:lvl9pPr marL="4751070" indent="0" algn="ctr">
              <a:buNone/>
              <a:defRPr sz="2080"/>
            </a:lvl9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26022" y="150198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05" algn="ctr"/>
              </a:tabLst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2pPr>
            <a:lvl3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3pPr>
            <a:lvl4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4pPr>
            <a:lvl5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5pPr>
          </a:lstStyle>
          <a:p>
            <a:pPr lvl="0"/>
            <a:r>
              <a:rPr lang="en-US" dirty="0"/>
              <a:t>Click to edit Master text style</a:t>
            </a: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9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7"/>
            <a:ext cx="10740640" cy="543547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="1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93725" indent="0" algn="ctr">
              <a:buNone/>
              <a:defRPr sz="2595"/>
            </a:lvl2pPr>
            <a:lvl3pPr marL="1186815" indent="0" algn="ctr">
              <a:buNone/>
              <a:defRPr sz="2335"/>
            </a:lvl3pPr>
            <a:lvl4pPr marL="1780540" indent="0" algn="ctr">
              <a:buNone/>
              <a:defRPr sz="2075"/>
            </a:lvl4pPr>
            <a:lvl5pPr marL="2373630" indent="0" algn="ctr">
              <a:buNone/>
              <a:defRPr sz="2075"/>
            </a:lvl5pPr>
            <a:lvl6pPr marL="2967355" indent="0" algn="ctr">
              <a:buNone/>
              <a:defRPr sz="2075"/>
            </a:lvl6pPr>
            <a:lvl7pPr marL="3560445" indent="0" algn="ctr">
              <a:buNone/>
              <a:defRPr sz="2075"/>
            </a:lvl7pPr>
            <a:lvl8pPr marL="4154170" indent="0" algn="ctr">
              <a:buNone/>
              <a:defRPr sz="2075"/>
            </a:lvl8pPr>
            <a:lvl9pPr marL="4747260" indent="0" algn="ctr">
              <a:buNone/>
              <a:defRPr sz="2075"/>
            </a:lvl9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中文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5"/>
            <a:ext cx="10740640" cy="543547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2400" b="1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93725" indent="0" algn="ctr">
              <a:buNone/>
              <a:defRPr sz="2595"/>
            </a:lvl2pPr>
            <a:lvl3pPr marL="1187450" indent="0" algn="ctr">
              <a:buNone/>
              <a:defRPr sz="2340"/>
            </a:lvl3pPr>
            <a:lvl4pPr marL="1781175" indent="0" algn="ctr">
              <a:buNone/>
              <a:defRPr sz="2080"/>
            </a:lvl4pPr>
            <a:lvl5pPr marL="2374900" indent="0" algn="ctr">
              <a:buNone/>
              <a:defRPr sz="2080"/>
            </a:lvl5pPr>
            <a:lvl6pPr marL="2968625" indent="0" algn="ctr">
              <a:buNone/>
              <a:defRPr sz="2080"/>
            </a:lvl6pPr>
            <a:lvl7pPr marL="3562350" indent="0" algn="ctr">
              <a:buNone/>
              <a:defRPr sz="2080"/>
            </a:lvl7pPr>
            <a:lvl8pPr marL="4156075" indent="0" algn="ctr">
              <a:buNone/>
              <a:defRPr sz="2080"/>
            </a:lvl8pPr>
            <a:lvl9pPr marL="4749800" indent="0" algn="ctr">
              <a:buNone/>
              <a:defRPr sz="2080"/>
            </a:lvl9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中文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839" y="275172"/>
            <a:ext cx="10977087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8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600"/>
            </a:lvl2pPr>
            <a:lvl3pPr marL="1188085" indent="0" algn="ctr">
              <a:buNone/>
              <a:defRPr sz="2340"/>
            </a:lvl3pPr>
            <a:lvl4pPr marL="1781810" indent="0" algn="ctr">
              <a:buNone/>
              <a:defRPr sz="2080"/>
            </a:lvl4pPr>
            <a:lvl5pPr marL="2375535" indent="0" algn="ctr">
              <a:buNone/>
              <a:defRPr sz="2080"/>
            </a:lvl5pPr>
            <a:lvl6pPr marL="2969260" indent="0" algn="ctr">
              <a:buNone/>
              <a:defRPr sz="2080"/>
            </a:lvl6pPr>
            <a:lvl7pPr marL="3563620" indent="0" algn="ctr">
              <a:buNone/>
              <a:defRPr sz="2080"/>
            </a:lvl7pPr>
            <a:lvl8pPr marL="4157345" indent="0" algn="ctr">
              <a:buNone/>
              <a:defRPr sz="2080"/>
            </a:lvl8pPr>
            <a:lvl9pPr marL="4751070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908" y="150198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05" algn="ctr"/>
              </a:tabLst>
              <a:defRPr sz="1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2pPr>
            <a:lvl3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3pPr>
            <a:lvl4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4pPr>
            <a:lvl5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81306" y="336815"/>
            <a:ext cx="10458982" cy="759668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vert="horz" wrap="square" lIns="91393" tIns="45697" rIns="91393" bIns="45697" numCol="1" anchor="ctr" anchorCtr="0" compatLnSpc="1"/>
          <a:lstStyle>
            <a:lvl1pPr marL="0" indent="0">
              <a:buFont typeface="Arial" panose="020B0604020202020204" pitchFamily="34" charset="0"/>
              <a:buNone/>
              <a:defRPr lang="zh-CN" altLang="en-US" sz="3995" b="0" dirty="0">
                <a:solidFill>
                  <a:schemeClr val="tx2"/>
                </a:solidFill>
                <a:latin typeface="FrutigerNext LT Light" pitchFamily="34" charset="0"/>
                <a:ea typeface="黑体" pitchFamily="49" charset="-122"/>
              </a:defRPr>
            </a:lvl1pPr>
          </a:lstStyle>
          <a:p>
            <a:pPr lvl="0"/>
            <a:r>
              <a:rPr lang="en-US" altLang="zh-CN" dirty="0"/>
              <a:t>HEADLINE TEXT TO BE PLACED</a:t>
            </a:r>
            <a:endParaRPr lang="zh-CN" altLang="en-US" dirty="0"/>
          </a:p>
        </p:txBody>
      </p:sp>
    </p:spTree>
  </p:cSld>
  <p:clrMapOvr>
    <a:masterClrMapping/>
  </p:clrMapOvr>
  <p:transition>
    <p:fade thruBlk="1"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927" y="449287"/>
            <a:ext cx="10180910" cy="871537"/>
          </a:xfrm>
          <a:prstGeom prst="rect">
            <a:avLst/>
          </a:prstGeom>
        </p:spPr>
        <p:txBody>
          <a:bodyPr lIns="91434" tIns="45717" rIns="91434" bIns="45717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1019183" y="1628384"/>
            <a:ext cx="10158399" cy="4584744"/>
          </a:xfrm>
          <a:prstGeom prst="rect">
            <a:avLst/>
          </a:prstGeom>
        </p:spPr>
        <p:txBody>
          <a:bodyPr lIns="91434" tIns="45717" rIns="91434" bIns="45717"/>
          <a:lstStyle>
            <a:lvl1pPr>
              <a:defRPr sz="3200"/>
            </a:lvl1pPr>
            <a:lvl2pPr>
              <a:defRPr sz="2665"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  <p:transition advClick="0" advTm="8000">
    <p:fade thruBlk="1"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18" name="L 形 17"/>
          <p:cNvSpPr/>
          <p:nvPr userDrawn="1">
            <p:custDataLst>
              <p:tags r:id="rId2"/>
            </p:custDataLst>
          </p:nvPr>
        </p:nvSpPr>
        <p:spPr>
          <a:xfrm rot="5400000">
            <a:off x="5824025" y="256863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  <p:custDataLst>
              <p:tags r:id="rId3"/>
            </p:custDataLst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单击此处添加标题</a:t>
            </a:r>
            <a:endParaRPr lang="en-US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  <p:custDataLst>
              <p:tags r:id="rId4"/>
            </p:custDataLst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单击此处添加文本</a:t>
            </a:r>
            <a:endParaRPr 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62310" y="258793"/>
            <a:ext cx="10996146" cy="49170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000" b="1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-1982311" y="750499"/>
            <a:ext cx="10996146" cy="4797904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" name="Text Box 5"/>
          <p:cNvSpPr txBox="1">
            <a:spLocks noChangeArrowheads="1"/>
          </p:cNvSpPr>
          <p:nvPr userDrawn="1">
            <p:custDataLst>
              <p:tags r:id="rId3"/>
            </p:custDataLst>
          </p:nvPr>
        </p:nvSpPr>
        <p:spPr bwMode="auto">
          <a:xfrm>
            <a:off x="870312" y="6471876"/>
            <a:ext cx="2506524" cy="27462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104210" tIns="52106" rIns="104210" bIns="52106">
            <a:spAutoFit/>
          </a:bodyPr>
          <a:lstStyle/>
          <a:p>
            <a:pPr defTabSz="1043305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100">
                <a:solidFill>
                  <a:srgbClr val="000000"/>
                </a:solidFill>
                <a:latin typeface="FrutigerNext LT Bold" pitchFamily="1" charset="0"/>
                <a:ea typeface="MS PGothic" panose="020B0600070205080204" pitchFamily="34" charset="-128"/>
              </a:rPr>
              <a:t>HUAWEI TECHNOLOGIES Co., Ltd.</a:t>
            </a:r>
            <a:endParaRPr lang="en-US" altLang="zh-CN" sz="1800">
              <a:solidFill>
                <a:srgbClr val="000000"/>
              </a:solidFill>
              <a:ea typeface="MS PGothic" panose="020B0600070205080204" pitchFamily="34" charset="-128"/>
            </a:endParaRPr>
          </a:p>
        </p:txBody>
      </p:sp>
      <p:sp>
        <p:nvSpPr>
          <p:cNvPr id="11" name="Rectangle 7"/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auto">
          <a:xfrm>
            <a:off x="4882997" y="6471884"/>
            <a:ext cx="1632730" cy="27453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lIns="104202" tIns="52098" rIns="104202" bIns="52098">
            <a:spAutoFit/>
          </a:bodyPr>
          <a:lstStyle/>
          <a:p>
            <a:pPr defTabSz="1043305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100">
                <a:solidFill>
                  <a:srgbClr val="000000"/>
                </a:solidFill>
                <a:latin typeface="FrutigerNext LT Bold" pitchFamily="1" charset="0"/>
                <a:ea typeface="MS PGothic" panose="020B0600070205080204" pitchFamily="34" charset="-128"/>
              </a:rPr>
              <a:t>HUAWEI Confidential </a:t>
            </a:r>
          </a:p>
        </p:txBody>
      </p:sp>
      <p:sp>
        <p:nvSpPr>
          <p:cNvPr id="12" name="Rectangle 86"/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auto">
          <a:xfrm>
            <a:off x="8173896" y="6484776"/>
            <a:ext cx="1409884" cy="24882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0" tIns="0" rIns="0" bIns="0" anchor="ctr" anchorCtr="0"/>
          <a:lstStyle/>
          <a:p>
            <a:pPr defTabSz="78232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200">
                <a:solidFill>
                  <a:srgbClr val="000000">
                    <a:lumMod val="95000"/>
                    <a:lumOff val="5000"/>
                  </a:srgbClr>
                </a:solidFill>
                <a:latin typeface="Calibri" pitchFamily="34" charset="0"/>
                <a:ea typeface="MS PGothic" panose="020B0600070205080204" pitchFamily="34" charset="-128"/>
              </a:rPr>
              <a:t>Page </a:t>
            </a:r>
            <a:fld id="{E68EC476-442B-4BB7-9603-F1440C241F3D}" type="slidenum">
              <a:rPr lang="de-DE" sz="1200">
                <a:solidFill>
                  <a:srgbClr val="000000">
                    <a:lumMod val="95000"/>
                    <a:lumOff val="5000"/>
                  </a:srgbClr>
                </a:solidFill>
                <a:latin typeface="Calibri" pitchFamily="34" charset="0"/>
                <a:ea typeface="MS PGothic" panose="020B0600070205080204" pitchFamily="34" charset="-128"/>
              </a:rPr>
              <a:t>‹#›</a:t>
            </a:fld>
            <a:endParaRPr lang="en-GB" sz="1200">
              <a:solidFill>
                <a:srgbClr val="000000">
                  <a:lumMod val="95000"/>
                  <a:lumOff val="5000"/>
                </a:srgbClr>
              </a:solidFill>
              <a:latin typeface="Calibri" pitchFamily="34" charset="0"/>
              <a:ea typeface="MS PGothic" panose="020B0600070205080204" pitchFamily="34" charset="-128"/>
            </a:endParaRPr>
          </a:p>
        </p:txBody>
      </p:sp>
      <p:pic>
        <p:nvPicPr>
          <p:cNvPr id="13" name="图片 12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1449" y="6474438"/>
            <a:ext cx="1231806" cy="269502"/>
          </a:xfrm>
          <a:prstGeom prst="rect">
            <a:avLst/>
          </a:prstGeom>
        </p:spPr>
      </p:pic>
    </p:spTree>
  </p:cSld>
  <p:clrMapOvr>
    <a:masterClrMapping/>
  </p:clrMapOvr>
  <p:transition advClick="0" advTm="8000">
    <p:fade thruBlk="1"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914520" y="2129932"/>
            <a:ext cx="10367725" cy="1471272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4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微软雅黑 </a:t>
            </a:r>
            <a:r>
              <a:rPr lang="en-US" altLang="zh-CN" dirty="0"/>
              <a:t>40pt </a:t>
            </a:r>
            <a:r>
              <a:rPr lang="zh-CN" altLang="en-US" dirty="0"/>
              <a:t>，居中，最多两行</a:t>
            </a: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分隔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6763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深色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6763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6763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93725" indent="0" algn="ctr">
              <a:buNone/>
              <a:defRPr sz="2600"/>
            </a:lvl2pPr>
            <a:lvl3pPr marL="1188085" indent="0" algn="ctr">
              <a:buNone/>
              <a:defRPr sz="2340"/>
            </a:lvl3pPr>
            <a:lvl4pPr marL="1781810" indent="0" algn="ctr">
              <a:buNone/>
              <a:defRPr sz="2080"/>
            </a:lvl4pPr>
            <a:lvl5pPr marL="2375535" indent="0" algn="ctr">
              <a:buNone/>
              <a:defRPr sz="2080"/>
            </a:lvl5pPr>
            <a:lvl6pPr marL="2969260" indent="0" algn="ctr">
              <a:buNone/>
              <a:defRPr sz="2080"/>
            </a:lvl6pPr>
            <a:lvl7pPr marL="3563620" indent="0" algn="ctr">
              <a:buNone/>
              <a:defRPr sz="2080"/>
            </a:lvl7pPr>
            <a:lvl8pPr marL="4157345" indent="0" algn="ctr">
              <a:buNone/>
              <a:defRPr sz="2080"/>
            </a:lvl8pPr>
            <a:lvl9pPr marL="4751070" indent="0" algn="ctr">
              <a:buNone/>
              <a:defRPr sz="2080"/>
            </a:lvl9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26022" y="150198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05" algn="ctr"/>
              </a:tabLst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2pPr>
            <a:lvl3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3pPr>
            <a:lvl4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4pPr>
            <a:lvl5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5pPr>
          </a:lstStyle>
          <a:p>
            <a:pPr lvl="0"/>
            <a:r>
              <a:rPr lang="en-US" dirty="0"/>
              <a:t>Click to edit Master text style</a:t>
            </a: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9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7"/>
            <a:ext cx="10740640" cy="543547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="1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93725" indent="0" algn="ctr">
              <a:buNone/>
              <a:defRPr sz="2595"/>
            </a:lvl2pPr>
            <a:lvl3pPr marL="1186815" indent="0" algn="ctr">
              <a:buNone/>
              <a:defRPr sz="2335"/>
            </a:lvl3pPr>
            <a:lvl4pPr marL="1780540" indent="0" algn="ctr">
              <a:buNone/>
              <a:defRPr sz="2075"/>
            </a:lvl4pPr>
            <a:lvl5pPr marL="2373630" indent="0" algn="ctr">
              <a:buNone/>
              <a:defRPr sz="2075"/>
            </a:lvl5pPr>
            <a:lvl6pPr marL="2967355" indent="0" algn="ctr">
              <a:buNone/>
              <a:defRPr sz="2075"/>
            </a:lvl6pPr>
            <a:lvl7pPr marL="3560445" indent="0" algn="ctr">
              <a:buNone/>
              <a:defRPr sz="2075"/>
            </a:lvl7pPr>
            <a:lvl8pPr marL="4154170" indent="0" algn="ctr">
              <a:buNone/>
              <a:defRPr sz="2075"/>
            </a:lvl8pPr>
            <a:lvl9pPr marL="4747260" indent="0" algn="ctr">
              <a:buNone/>
              <a:defRPr sz="2075"/>
            </a:lvl9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中文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5"/>
            <a:ext cx="10740640" cy="543547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2400" b="1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93725" indent="0" algn="ctr">
              <a:buNone/>
              <a:defRPr sz="2595"/>
            </a:lvl2pPr>
            <a:lvl3pPr marL="1187450" indent="0" algn="ctr">
              <a:buNone/>
              <a:defRPr sz="2340"/>
            </a:lvl3pPr>
            <a:lvl4pPr marL="1781175" indent="0" algn="ctr">
              <a:buNone/>
              <a:defRPr sz="2080"/>
            </a:lvl4pPr>
            <a:lvl5pPr marL="2374900" indent="0" algn="ctr">
              <a:buNone/>
              <a:defRPr sz="2080"/>
            </a:lvl5pPr>
            <a:lvl6pPr marL="2968625" indent="0" algn="ctr">
              <a:buNone/>
              <a:defRPr sz="2080"/>
            </a:lvl6pPr>
            <a:lvl7pPr marL="3562350" indent="0" algn="ctr">
              <a:buNone/>
              <a:defRPr sz="2080"/>
            </a:lvl7pPr>
            <a:lvl8pPr marL="4156075" indent="0" algn="ctr">
              <a:buNone/>
              <a:defRPr sz="2080"/>
            </a:lvl8pPr>
            <a:lvl9pPr marL="4749800" indent="0" algn="ctr">
              <a:buNone/>
              <a:defRPr sz="2080"/>
            </a:lvl9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中文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839" y="275172"/>
            <a:ext cx="10977087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8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600"/>
            </a:lvl2pPr>
            <a:lvl3pPr marL="1188085" indent="0" algn="ctr">
              <a:buNone/>
              <a:defRPr sz="2340"/>
            </a:lvl3pPr>
            <a:lvl4pPr marL="1781810" indent="0" algn="ctr">
              <a:buNone/>
              <a:defRPr sz="2080"/>
            </a:lvl4pPr>
            <a:lvl5pPr marL="2375535" indent="0" algn="ctr">
              <a:buNone/>
              <a:defRPr sz="2080"/>
            </a:lvl5pPr>
            <a:lvl6pPr marL="2969260" indent="0" algn="ctr">
              <a:buNone/>
              <a:defRPr sz="2080"/>
            </a:lvl6pPr>
            <a:lvl7pPr marL="3563620" indent="0" algn="ctr">
              <a:buNone/>
              <a:defRPr sz="2080"/>
            </a:lvl7pPr>
            <a:lvl8pPr marL="4157345" indent="0" algn="ctr">
              <a:buNone/>
              <a:defRPr sz="2080"/>
            </a:lvl8pPr>
            <a:lvl9pPr marL="4751070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908" y="150198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05" algn="ctr"/>
              </a:tabLst>
              <a:defRPr sz="1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2pPr>
            <a:lvl3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3pPr>
            <a:lvl4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4pPr>
            <a:lvl5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81306" y="336815"/>
            <a:ext cx="10458982" cy="759668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vert="horz" wrap="square" lIns="91393" tIns="45697" rIns="91393" bIns="45697" numCol="1" anchor="ctr" anchorCtr="0" compatLnSpc="1"/>
          <a:lstStyle>
            <a:lvl1pPr marL="0" indent="0">
              <a:buFont typeface="Arial" panose="020B0604020202020204" pitchFamily="34" charset="0"/>
              <a:buNone/>
              <a:defRPr lang="zh-CN" altLang="en-US" sz="3995" b="0" dirty="0">
                <a:solidFill>
                  <a:schemeClr val="tx2"/>
                </a:solidFill>
                <a:latin typeface="FrutigerNext LT Light" pitchFamily="34" charset="0"/>
                <a:ea typeface="黑体" pitchFamily="49" charset="-122"/>
              </a:defRPr>
            </a:lvl1pPr>
          </a:lstStyle>
          <a:p>
            <a:pPr lvl="0"/>
            <a:r>
              <a:rPr lang="en-US" altLang="zh-CN" dirty="0"/>
              <a:t>HEADLINE TEXT TO BE PLACED</a:t>
            </a:r>
            <a:endParaRPr lang="zh-CN" altLang="en-US" dirty="0"/>
          </a:p>
        </p:txBody>
      </p:sp>
    </p:spTree>
  </p:cSld>
  <p:clrMapOvr>
    <a:masterClrMapping/>
  </p:clrMapOvr>
  <p:transition>
    <p:fade thruBlk="1"/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927" y="449287"/>
            <a:ext cx="10180910" cy="871537"/>
          </a:xfrm>
          <a:prstGeom prst="rect">
            <a:avLst/>
          </a:prstGeom>
        </p:spPr>
        <p:txBody>
          <a:bodyPr lIns="91434" tIns="45717" rIns="91434" bIns="45717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1019183" y="1628384"/>
            <a:ext cx="10158399" cy="4584744"/>
          </a:xfrm>
          <a:prstGeom prst="rect">
            <a:avLst/>
          </a:prstGeom>
        </p:spPr>
        <p:txBody>
          <a:bodyPr lIns="91434" tIns="45717" rIns="91434" bIns="45717"/>
          <a:lstStyle>
            <a:lvl1pPr>
              <a:defRPr sz="3200"/>
            </a:lvl1pPr>
            <a:lvl2pPr>
              <a:defRPr sz="2665"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  <p:transition advClick="0" advTm="8000">
    <p:fade thruBlk="1"/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18" name="L 形 17"/>
          <p:cNvSpPr/>
          <p:nvPr userDrawn="1">
            <p:custDataLst>
              <p:tags r:id="rId2"/>
            </p:custDataLst>
          </p:nvPr>
        </p:nvSpPr>
        <p:spPr>
          <a:xfrm rot="5400000">
            <a:off x="5824025" y="256863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  <p:custDataLst>
              <p:tags r:id="rId3"/>
            </p:custDataLst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单击此处添加标题</a:t>
            </a:r>
            <a:endParaRPr lang="en-US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  <p:custDataLst>
              <p:tags r:id="rId4"/>
            </p:custDataLst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单击此处添加文本</a:t>
            </a:r>
            <a:endParaRPr 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62310" y="258793"/>
            <a:ext cx="10996146" cy="49170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000" b="1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-1982311" y="750499"/>
            <a:ext cx="10996146" cy="4797904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" name="Text Box 5"/>
          <p:cNvSpPr txBox="1">
            <a:spLocks noChangeArrowheads="1"/>
          </p:cNvSpPr>
          <p:nvPr userDrawn="1">
            <p:custDataLst>
              <p:tags r:id="rId3"/>
            </p:custDataLst>
          </p:nvPr>
        </p:nvSpPr>
        <p:spPr bwMode="auto">
          <a:xfrm>
            <a:off x="870312" y="6471876"/>
            <a:ext cx="2506524" cy="27462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104210" tIns="52106" rIns="104210" bIns="52106">
            <a:spAutoFit/>
          </a:bodyPr>
          <a:lstStyle/>
          <a:p>
            <a:pPr defTabSz="1043305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100">
                <a:solidFill>
                  <a:srgbClr val="000000"/>
                </a:solidFill>
                <a:latin typeface="FrutigerNext LT Bold" pitchFamily="1" charset="0"/>
                <a:ea typeface="MS PGothic" panose="020B0600070205080204" pitchFamily="34" charset="-128"/>
              </a:rPr>
              <a:t>HUAWEI TECHNOLOGIES Co., Ltd.</a:t>
            </a:r>
            <a:endParaRPr lang="en-US" altLang="zh-CN" sz="1800">
              <a:solidFill>
                <a:srgbClr val="000000"/>
              </a:solidFill>
              <a:ea typeface="MS PGothic" panose="020B0600070205080204" pitchFamily="34" charset="-128"/>
            </a:endParaRPr>
          </a:p>
        </p:txBody>
      </p:sp>
      <p:sp>
        <p:nvSpPr>
          <p:cNvPr id="11" name="Rectangle 7"/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auto">
          <a:xfrm>
            <a:off x="4882997" y="6471884"/>
            <a:ext cx="1632730" cy="27453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lIns="104202" tIns="52098" rIns="104202" bIns="52098">
            <a:spAutoFit/>
          </a:bodyPr>
          <a:lstStyle/>
          <a:p>
            <a:pPr defTabSz="1043305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100">
                <a:solidFill>
                  <a:srgbClr val="000000"/>
                </a:solidFill>
                <a:latin typeface="FrutigerNext LT Bold" pitchFamily="1" charset="0"/>
                <a:ea typeface="MS PGothic" panose="020B0600070205080204" pitchFamily="34" charset="-128"/>
              </a:rPr>
              <a:t>HUAWEI Confidential </a:t>
            </a:r>
          </a:p>
        </p:txBody>
      </p:sp>
      <p:sp>
        <p:nvSpPr>
          <p:cNvPr id="12" name="Rectangle 86"/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auto">
          <a:xfrm>
            <a:off x="8173896" y="6484776"/>
            <a:ext cx="1409884" cy="24882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0" tIns="0" rIns="0" bIns="0" anchor="ctr" anchorCtr="0"/>
          <a:lstStyle/>
          <a:p>
            <a:pPr defTabSz="78232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200">
                <a:solidFill>
                  <a:srgbClr val="000000">
                    <a:lumMod val="95000"/>
                    <a:lumOff val="5000"/>
                  </a:srgbClr>
                </a:solidFill>
                <a:latin typeface="Calibri" pitchFamily="34" charset="0"/>
                <a:ea typeface="MS PGothic" panose="020B0600070205080204" pitchFamily="34" charset="-128"/>
              </a:rPr>
              <a:t>Page </a:t>
            </a:r>
            <a:fld id="{E68EC476-442B-4BB7-9603-F1440C241F3D}" type="slidenum">
              <a:rPr lang="de-DE" sz="1200">
                <a:solidFill>
                  <a:srgbClr val="000000">
                    <a:lumMod val="95000"/>
                    <a:lumOff val="5000"/>
                  </a:srgbClr>
                </a:solidFill>
                <a:latin typeface="Calibri" pitchFamily="34" charset="0"/>
                <a:ea typeface="MS PGothic" panose="020B0600070205080204" pitchFamily="34" charset="-128"/>
              </a:rPr>
              <a:t>‹#›</a:t>
            </a:fld>
            <a:endParaRPr lang="en-GB" sz="1200">
              <a:solidFill>
                <a:srgbClr val="000000">
                  <a:lumMod val="95000"/>
                  <a:lumOff val="5000"/>
                </a:srgbClr>
              </a:solidFill>
              <a:latin typeface="Calibri" pitchFamily="34" charset="0"/>
              <a:ea typeface="MS PGothic" panose="020B0600070205080204" pitchFamily="34" charset="-128"/>
            </a:endParaRPr>
          </a:p>
        </p:txBody>
      </p:sp>
      <p:pic>
        <p:nvPicPr>
          <p:cNvPr id="13" name="图片 12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1449" y="6474438"/>
            <a:ext cx="1231806" cy="269502"/>
          </a:xfrm>
          <a:prstGeom prst="rect">
            <a:avLst/>
          </a:prstGeom>
        </p:spPr>
      </p:pic>
    </p:spTree>
  </p:cSld>
  <p:clrMapOvr>
    <a:masterClrMapping/>
  </p:clrMapOvr>
  <p:transition advClick="0" advTm="8000">
    <p:fade thruBlk="1"/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6140" y="260357"/>
            <a:ext cx="11164484" cy="539749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l" defTabSz="913765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0" kern="12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6140" y="908056"/>
            <a:ext cx="11164484" cy="540067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67970" indent="-267970" algn="l" defTabSz="913765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Wingdings 2" panose="05020102010507070707" pitchFamily="18" charset="2"/>
              <a:buChar char="¡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43865" indent="-175895" algn="l" defTabSz="913765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  <a:buClr>
                <a:schemeClr val="tx1">
                  <a:lumMod val="50000"/>
                  <a:lumOff val="50000"/>
                </a:schemeClr>
              </a:buClr>
              <a:buFont typeface="微软雅黑" panose="020B0503020204020204" pitchFamily="34" charset="-122"/>
              <a:buChar char="›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628015" indent="-184150" algn="l" defTabSz="913765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  <a:buClr>
                <a:schemeClr val="tx1">
                  <a:lumMod val="50000"/>
                  <a:lumOff val="50000"/>
                </a:schemeClr>
              </a:buClr>
              <a:buFont typeface="FrutigerNext LT Regular" pitchFamily="34" charset="0"/>
              <a:buChar char="»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598930" indent="-228600" algn="l" defTabSz="913765" rtl="0" eaLnBrk="1" latinLnBrk="0" hangingPunct="1">
              <a:lnSpc>
                <a:spcPct val="130000"/>
              </a:lnSpc>
              <a:spcBef>
                <a:spcPts val="500"/>
              </a:spcBef>
              <a:spcAft>
                <a:spcPts val="300"/>
              </a:spcAft>
              <a:buFont typeface="Wingdings" panose="05000000000000000000" pitchFamily="2" charset="2"/>
              <a:buChar char="n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6130" indent="-228600" algn="l" defTabSz="913765" rtl="0" eaLnBrk="1" latinLnBrk="0" hangingPunct="1">
              <a:lnSpc>
                <a:spcPct val="130000"/>
              </a:lnSpc>
              <a:spcBef>
                <a:spcPts val="500"/>
              </a:spcBef>
              <a:spcAft>
                <a:spcPts val="300"/>
              </a:spcAft>
              <a:buFont typeface="Wingdings" panose="05000000000000000000" pitchFamily="2" charset="2"/>
              <a:buChar char="n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2695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9895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646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366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2796" y="150675"/>
            <a:ext cx="11164484" cy="539749"/>
          </a:xfrm>
          <a:prstGeom prst="rect">
            <a:avLst/>
          </a:prstGeom>
        </p:spPr>
        <p:txBody>
          <a:bodyPr vert="horz" wrap="none" lIns="0" tIns="0" rIns="0" bIns="0" rtlCol="0" anchor="b">
            <a:noAutofit/>
          </a:bodyPr>
          <a:lstStyle>
            <a:lvl1pPr algn="l" defTabSz="913765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0" kern="12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0070" y="108001"/>
            <a:ext cx="11164484" cy="539749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l" defTabSz="913765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0" kern="12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tiff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tiff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image" Target="../media/image1.tiff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tiff"/><Relationship Id="rId3" Type="http://schemas.openxmlformats.org/officeDocument/2006/relationships/slideLayout" Target="../slideLayouts/slideLayout14.xml"/><Relationship Id="rId7" Type="http://schemas.openxmlformats.org/officeDocument/2006/relationships/theme" Target="../theme/theme7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theme" Target="../theme/theme8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7.tiff"/></Relationships>
</file>

<file path=ppt/slideMasters/_rels/slideMaster9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17" Type="http://schemas.openxmlformats.org/officeDocument/2006/relationships/image" Target="../media/image8.png"/><Relationship Id="rId2" Type="http://schemas.openxmlformats.org/officeDocument/2006/relationships/slideLayout" Target="../slideLayouts/slideLayout21.xml"/><Relationship Id="rId16" Type="http://schemas.openxmlformats.org/officeDocument/2006/relationships/theme" Target="../theme/theme10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33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35.xml"/></Relationships>
</file>

<file path=ppt/slideMasters/_rels/slideMaster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theme" Target="../theme/theme12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36.xml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9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image" Target="../media/image14.png"/><Relationship Id="rId5" Type="http://schemas.openxmlformats.org/officeDocument/2006/relationships/theme" Target="../theme/theme14.xml"/><Relationship Id="rId4" Type="http://schemas.openxmlformats.org/officeDocument/2006/relationships/slideLayout" Target="../slideLayouts/slideLayout40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3.xml"/><Relationship Id="rId7" Type="http://schemas.openxmlformats.org/officeDocument/2006/relationships/image" Target="../media/image1.tiff"/><Relationship Id="rId2" Type="http://schemas.openxmlformats.org/officeDocument/2006/relationships/slideLayout" Target="../slideLayouts/slideLayout42.xml"/><Relationship Id="rId1" Type="http://schemas.openxmlformats.org/officeDocument/2006/relationships/slideLayout" Target="../slideLayouts/slideLayout41.xml"/><Relationship Id="rId6" Type="http://schemas.openxmlformats.org/officeDocument/2006/relationships/theme" Target="../theme/theme15.xml"/><Relationship Id="rId5" Type="http://schemas.openxmlformats.org/officeDocument/2006/relationships/slideLayout" Target="../slideLayouts/slideLayout45.xml"/><Relationship Id="rId4" Type="http://schemas.openxmlformats.org/officeDocument/2006/relationships/slideLayout" Target="../slideLayouts/slideLayout44.xml"/></Relationships>
</file>

<file path=ppt/slideMasters/_rels/slideMaster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theme" Target="../theme/theme16.xml"/><Relationship Id="rId1" Type="http://schemas.openxmlformats.org/officeDocument/2006/relationships/slideLayout" Target="../slideLayouts/slideLayout46.xml"/></Relationships>
</file>

<file path=ppt/slideMasters/_rels/slideMaster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4.xml"/><Relationship Id="rId13" Type="http://schemas.openxmlformats.org/officeDocument/2006/relationships/slideLayout" Target="../slideLayouts/slideLayout59.xml"/><Relationship Id="rId3" Type="http://schemas.openxmlformats.org/officeDocument/2006/relationships/slideLayout" Target="../slideLayouts/slideLayout49.xml"/><Relationship Id="rId7" Type="http://schemas.openxmlformats.org/officeDocument/2006/relationships/slideLayout" Target="../slideLayouts/slideLayout53.xml"/><Relationship Id="rId12" Type="http://schemas.openxmlformats.org/officeDocument/2006/relationships/slideLayout" Target="../slideLayouts/slideLayout58.xml"/><Relationship Id="rId17" Type="http://schemas.openxmlformats.org/officeDocument/2006/relationships/image" Target="../media/image8.png"/><Relationship Id="rId2" Type="http://schemas.openxmlformats.org/officeDocument/2006/relationships/slideLayout" Target="../slideLayouts/slideLayout48.xml"/><Relationship Id="rId16" Type="http://schemas.openxmlformats.org/officeDocument/2006/relationships/theme" Target="../theme/theme17.xml"/><Relationship Id="rId1" Type="http://schemas.openxmlformats.org/officeDocument/2006/relationships/slideLayout" Target="../slideLayouts/slideLayout47.xml"/><Relationship Id="rId6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57.xml"/><Relationship Id="rId5" Type="http://schemas.openxmlformats.org/officeDocument/2006/relationships/slideLayout" Target="../slideLayouts/slideLayout51.xml"/><Relationship Id="rId15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56.xml"/><Relationship Id="rId4" Type="http://schemas.openxmlformats.org/officeDocument/2006/relationships/slideLayout" Target="../slideLayouts/slideLayout50.xml"/><Relationship Id="rId9" Type="http://schemas.openxmlformats.org/officeDocument/2006/relationships/slideLayout" Target="../slideLayouts/slideLayout55.xml"/><Relationship Id="rId14" Type="http://schemas.openxmlformats.org/officeDocument/2006/relationships/slideLayout" Target="../slideLayouts/slideLayout60.xml"/></Relationships>
</file>

<file path=ppt/slideMasters/_rels/slideMaster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9.xml"/><Relationship Id="rId13" Type="http://schemas.openxmlformats.org/officeDocument/2006/relationships/slideLayout" Target="../slideLayouts/slideLayout74.xml"/><Relationship Id="rId3" Type="http://schemas.openxmlformats.org/officeDocument/2006/relationships/slideLayout" Target="../slideLayouts/slideLayout64.xml"/><Relationship Id="rId7" Type="http://schemas.openxmlformats.org/officeDocument/2006/relationships/slideLayout" Target="../slideLayouts/slideLayout68.xml"/><Relationship Id="rId12" Type="http://schemas.openxmlformats.org/officeDocument/2006/relationships/slideLayout" Target="../slideLayouts/slideLayout73.xml"/><Relationship Id="rId17" Type="http://schemas.openxmlformats.org/officeDocument/2006/relationships/image" Target="../media/image8.png"/><Relationship Id="rId2" Type="http://schemas.openxmlformats.org/officeDocument/2006/relationships/slideLayout" Target="../slideLayouts/slideLayout63.xml"/><Relationship Id="rId16" Type="http://schemas.openxmlformats.org/officeDocument/2006/relationships/theme" Target="../theme/theme18.xml"/><Relationship Id="rId1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7.xml"/><Relationship Id="rId11" Type="http://schemas.openxmlformats.org/officeDocument/2006/relationships/slideLayout" Target="../slideLayouts/slideLayout72.xml"/><Relationship Id="rId5" Type="http://schemas.openxmlformats.org/officeDocument/2006/relationships/slideLayout" Target="../slideLayouts/slideLayout66.xml"/><Relationship Id="rId15" Type="http://schemas.openxmlformats.org/officeDocument/2006/relationships/slideLayout" Target="../slideLayouts/slideLayout76.xml"/><Relationship Id="rId10" Type="http://schemas.openxmlformats.org/officeDocument/2006/relationships/slideLayout" Target="../slideLayouts/slideLayout71.xml"/><Relationship Id="rId4" Type="http://schemas.openxmlformats.org/officeDocument/2006/relationships/slideLayout" Target="../slideLayouts/slideLayout65.xml"/><Relationship Id="rId9" Type="http://schemas.openxmlformats.org/officeDocument/2006/relationships/slideLayout" Target="../slideLayouts/slideLayout70.xml"/><Relationship Id="rId14" Type="http://schemas.openxmlformats.org/officeDocument/2006/relationships/slideLayout" Target="../slideLayouts/slideLayout75.xml"/></Relationships>
</file>

<file path=ppt/slideMasters/_rels/slideMaster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theme" Target="../theme/theme19.xml"/></Relationships>
</file>

<file path=ppt/slideMasters/_rels/slideMaster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9.xml"/><Relationship Id="rId2" Type="http://schemas.openxmlformats.org/officeDocument/2006/relationships/slideLayout" Target="../slideLayouts/slideLayout78.xml"/><Relationship Id="rId1" Type="http://schemas.openxmlformats.org/officeDocument/2006/relationships/slideLayout" Target="../slideLayouts/slideLayout77.xml"/><Relationship Id="rId5" Type="http://schemas.openxmlformats.org/officeDocument/2006/relationships/image" Target="../media/image1.tiff"/><Relationship Id="rId4" Type="http://schemas.openxmlformats.org/officeDocument/2006/relationships/theme" Target="../theme/theme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467" y="6356939"/>
            <a:ext cx="35039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0" kern="1200" baseline="0" dirty="0">
                <a:solidFill>
                  <a:srgbClr val="1D1D1B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Huawei Proprietary - Restricted Distribution</a:t>
            </a:r>
            <a:endParaRPr lang="en-US" sz="900" b="0" kern="1200" baseline="0" dirty="0">
              <a:solidFill>
                <a:srgbClr val="1D1D1B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734131" y="6402806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/>
          <p:cNvGrpSpPr>
            <a:grpSpLocks noChangeAspect="1"/>
          </p:cNvGrpSpPr>
          <p:nvPr userDrawn="1"/>
        </p:nvGrpSpPr>
        <p:grpSpPr>
          <a:xfrm>
            <a:off x="12290470" y="2625389"/>
            <a:ext cx="1967973" cy="4233515"/>
            <a:chOff x="5343885" y="-48857"/>
            <a:chExt cx="3271316" cy="7037279"/>
          </a:xfrm>
        </p:grpSpPr>
        <p:sp>
          <p:nvSpPr>
            <p:cNvPr id="89" name="矩形 13"/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196/0/84</a:t>
              </a:r>
            </a:p>
          </p:txBody>
        </p:sp>
        <p:sp>
          <p:nvSpPr>
            <p:cNvPr id="90" name="文本框 15"/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/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203/55/120</a:t>
              </a:r>
            </a:p>
          </p:txBody>
        </p:sp>
        <p:sp>
          <p:nvSpPr>
            <p:cNvPr id="92" name="矩形 13"/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237/109/0</a:t>
              </a:r>
            </a:p>
          </p:txBody>
        </p:sp>
        <p:sp>
          <p:nvSpPr>
            <p:cNvPr id="93" name="矩形 13"/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153/54/54</a:t>
              </a:r>
            </a:p>
          </p:txBody>
        </p:sp>
        <p:sp>
          <p:nvSpPr>
            <p:cNvPr id="94" name="矩形 13"/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98/178/48</a:t>
              </a:r>
            </a:p>
          </p:txBody>
        </p:sp>
        <p:sp>
          <p:nvSpPr>
            <p:cNvPr id="95" name="矩形 13"/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242/137/68</a:t>
              </a:r>
            </a:p>
          </p:txBody>
        </p:sp>
        <p:sp>
          <p:nvSpPr>
            <p:cNvPr id="96" name="矩形 13"/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199/0/11  </a:t>
              </a:r>
            </a:p>
          </p:txBody>
        </p:sp>
        <p:sp>
          <p:nvSpPr>
            <p:cNvPr id="97" name="文本框 15"/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/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200/16/46  </a:t>
              </a:r>
            </a:p>
          </p:txBody>
        </p:sp>
        <p:sp>
          <p:nvSpPr>
            <p:cNvPr id="99" name="矩形 13"/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127/0/1</a:t>
              </a:r>
            </a:p>
          </p:txBody>
        </p:sp>
        <p:sp>
          <p:nvSpPr>
            <p:cNvPr id="100" name="矩形 13"/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52/200/0</a:t>
              </a:r>
            </a:p>
          </p:txBody>
        </p:sp>
        <p:sp>
          <p:nvSpPr>
            <p:cNvPr id="101" name="矩形 13"/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48/181/197</a:t>
              </a:r>
            </a:p>
          </p:txBody>
        </p:sp>
        <p:sp>
          <p:nvSpPr>
            <p:cNvPr id="102" name="矩形 13"/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129/193/95</a:t>
              </a:r>
            </a:p>
          </p:txBody>
        </p:sp>
        <p:sp>
          <p:nvSpPr>
            <p:cNvPr id="103" name="矩形 13"/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253/211/81</a:t>
              </a:r>
            </a:p>
          </p:txBody>
        </p:sp>
        <p:sp>
          <p:nvSpPr>
            <p:cNvPr id="104" name="矩形 13"/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86/196/210</a:t>
              </a:r>
            </a:p>
          </p:txBody>
        </p:sp>
        <p:sp>
          <p:nvSpPr>
            <p:cNvPr id="105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211/57/65</a:t>
              </a:r>
            </a:p>
          </p:txBody>
        </p:sp>
        <p:sp>
          <p:nvSpPr>
            <p:cNvPr id="106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211/56/89</a:t>
              </a:r>
            </a:p>
          </p:txBody>
        </p:sp>
        <p:sp>
          <p:nvSpPr>
            <p:cNvPr id="107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221/128/170</a:t>
              </a:r>
            </a:p>
          </p:txBody>
        </p:sp>
        <p:sp>
          <p:nvSpPr>
            <p:cNvPr id="108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191/128/130</a:t>
              </a:r>
            </a:p>
          </p:txBody>
        </p:sp>
        <p:sp>
          <p:nvSpPr>
            <p:cNvPr id="109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246/183/140</a:t>
              </a:r>
            </a:p>
          </p:txBody>
        </p:sp>
        <p:sp>
          <p:nvSpPr>
            <p:cNvPr id="110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176/216/156</a:t>
              </a:r>
            </a:p>
          </p:txBody>
        </p:sp>
        <p:sp>
          <p:nvSpPr>
            <p:cNvPr id="111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253/227/181</a:t>
              </a:r>
            </a:p>
          </p:txBody>
        </p:sp>
        <p:sp>
          <p:nvSpPr>
            <p:cNvPr id="112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148/218/226</a:t>
              </a:r>
            </a:p>
          </p:txBody>
        </p:sp>
        <p:sp>
          <p:nvSpPr>
            <p:cNvPr id="113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226/129/137</a:t>
              </a:r>
            </a:p>
          </p:txBody>
        </p:sp>
        <p:sp>
          <p:nvSpPr>
            <p:cNvPr id="114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226/129/152</a:t>
              </a:r>
            </a:p>
          </p:txBody>
        </p:sp>
        <p:sp>
          <p:nvSpPr>
            <p:cNvPr id="115" name="矩形 13"/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235/179/204</a:t>
              </a:r>
            </a:p>
          </p:txBody>
        </p:sp>
        <p:sp>
          <p:nvSpPr>
            <p:cNvPr id="116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216/179/179</a:t>
              </a:r>
            </a:p>
          </p:txBody>
        </p:sp>
        <p:sp>
          <p:nvSpPr>
            <p:cNvPr id="117" name="矩形 13"/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250/211/187</a:t>
              </a:r>
            </a:p>
          </p:txBody>
        </p:sp>
        <p:sp>
          <p:nvSpPr>
            <p:cNvPr id="118" name="矩形 13"/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208/232/196</a:t>
              </a:r>
            </a:p>
          </p:txBody>
        </p:sp>
        <p:sp>
          <p:nvSpPr>
            <p:cNvPr id="119" name="矩形 13"/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254/238/193</a:t>
              </a:r>
            </a:p>
          </p:txBody>
        </p:sp>
        <p:sp>
          <p:nvSpPr>
            <p:cNvPr id="120" name="矩形 13"/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190/233/238</a:t>
              </a:r>
            </a:p>
          </p:txBody>
        </p:sp>
        <p:sp>
          <p:nvSpPr>
            <p:cNvPr id="121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239/178/184</a:t>
              </a:r>
            </a:p>
          </p:txBody>
        </p:sp>
        <p:sp>
          <p:nvSpPr>
            <p:cNvPr id="122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238/179/193</a:t>
              </a:r>
            </a:p>
          </p:txBody>
        </p:sp>
        <p:sp>
          <p:nvSpPr>
            <p:cNvPr id="123" name="矩形 13"/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0/0/0</a:t>
              </a:r>
            </a:p>
          </p:txBody>
        </p:sp>
        <p:sp>
          <p:nvSpPr>
            <p:cNvPr id="124" name="矩形 13"/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89/87/87</a:t>
              </a:r>
            </a:p>
          </p:txBody>
        </p:sp>
        <p:sp>
          <p:nvSpPr>
            <p:cNvPr id="125" name="矩形 13"/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</a:t>
              </a:r>
            </a:p>
          </p:txBody>
        </p:sp>
        <p:sp>
          <p:nvSpPr>
            <p:cNvPr id="126" name="矩形 13"/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</a:t>
              </a:r>
            </a:p>
          </p:txBody>
        </p:sp>
        <p:sp>
          <p:nvSpPr>
            <p:cNvPr id="127" name="矩形 13"/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221</a:t>
              </a:r>
            </a:p>
          </p:txBody>
        </p:sp>
        <p:sp>
          <p:nvSpPr>
            <p:cNvPr id="128" name="矩形 13"/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</a:t>
              </a:r>
            </a:p>
          </p:txBody>
        </p:sp>
      </p:grpSp>
      <p:pic>
        <p:nvPicPr>
          <p:cNvPr id="47" name="Picture 4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176" y="6323416"/>
            <a:ext cx="1270800" cy="27502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746" r:id="rId2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8969" y="1467870"/>
            <a:ext cx="3984232" cy="2816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1"/>
          <p:cNvSpPr txBox="1"/>
          <p:nvPr userDrawn="1"/>
        </p:nvSpPr>
        <p:spPr>
          <a:xfrm>
            <a:off x="7979357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Copyright©2018 Huawei Technologies Co., Ltd.</a:t>
            </a:r>
            <a:b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</a:b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All Rights Reserved.</a:t>
            </a:r>
            <a:br>
              <a:rPr kumimoji="1" lang="en-US" altLang="zh-CN" sz="780" dirty="0">
                <a:solidFill>
                  <a:srgbClr val="1D1D1B"/>
                </a:solidFill>
                <a:latin typeface="+mn-lt"/>
              </a:rPr>
            </a:br>
            <a:br>
              <a:rPr kumimoji="1" lang="en-US" altLang="zh-CN" sz="780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may change the information at any time without notice. </a:t>
            </a:r>
          </a:p>
          <a:p>
            <a:pPr>
              <a:lnSpc>
                <a:spcPts val="1065"/>
              </a:lnSpc>
            </a:pPr>
            <a:endParaRPr kumimoji="1" lang="zh-CN" altLang="en-US" sz="780" dirty="0">
              <a:solidFill>
                <a:srgbClr val="1D1D1B"/>
              </a:solidFill>
              <a:latin typeface="+mn-lt"/>
            </a:endParaRPr>
          </a:p>
        </p:txBody>
      </p:sp>
      <p:sp>
        <p:nvSpPr>
          <p:cNvPr id="6" name="Subtitle 6"/>
          <p:cNvSpPr txBox="1"/>
          <p:nvPr userDrawn="1"/>
        </p:nvSpPr>
        <p:spPr>
          <a:xfrm>
            <a:off x="7987276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0"/>
              </a:lnSpc>
              <a:spcBef>
                <a:spcPts val="0"/>
              </a:spcBef>
            </a:pPr>
            <a:r>
              <a:rPr kumimoji="1" lang="zh-CN" altLang="en-US" sz="130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把数字世界带入每个人、每个家庭、</a:t>
            </a:r>
            <a:br>
              <a:rPr kumimoji="1" lang="en-US" altLang="zh-CN" sz="130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1" lang="zh-CN" altLang="en-US" sz="130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每个组织，构建万物互联的智能世界。</a:t>
            </a:r>
          </a:p>
        </p:txBody>
      </p:sp>
      <p:sp>
        <p:nvSpPr>
          <p:cNvPr id="7" name="Subtitle 6"/>
          <p:cNvSpPr txBox="1"/>
          <p:nvPr userDrawn="1"/>
        </p:nvSpPr>
        <p:spPr>
          <a:xfrm>
            <a:off x="7977672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5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Bring digital to every person, home and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+mn-lt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3676" y="5237566"/>
            <a:ext cx="1875600" cy="40591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1pPr>
    </p:titleStyle>
    <p:bodyStyle>
      <a:lvl1pPr marL="0" indent="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None/>
        <a:defRPr sz="1820" kern="1200">
          <a:solidFill>
            <a:srgbClr val="FFFFFF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59372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3" y="0"/>
            <a:ext cx="12192000" cy="68580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5631" y="5956007"/>
            <a:ext cx="1973225" cy="43154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</p:sldLayoutIdLst>
  <p:hf hdr="0" ftr="0" dt="0"/>
  <p:txStyles>
    <p:titleStyle>
      <a:lvl1pPr algn="l" defTabSz="913765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0" indent="0" algn="l" defTabSz="913765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1pPr>
      <a:lvl2pPr marL="456565" indent="0" algn="l" defTabSz="913765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3765" indent="0" algn="l" defTabSz="913765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0330" indent="0" algn="l" defTabSz="913765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7530" indent="0" algn="l" defTabSz="913765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269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6926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646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302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7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3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75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409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129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786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442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roup 87"/>
          <p:cNvGrpSpPr>
            <a:grpSpLocks noChangeAspect="1"/>
          </p:cNvGrpSpPr>
          <p:nvPr userDrawn="1"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89" name="矩形 13"/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196/0/84</a:t>
              </a:r>
            </a:p>
          </p:txBody>
        </p:sp>
        <p:sp>
          <p:nvSpPr>
            <p:cNvPr id="90" name="文本框 15"/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r>
                <a:rPr kumimoji="1" lang="zh-CN" altLang="en-US" sz="8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/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203/55/120</a:t>
              </a:r>
            </a:p>
          </p:txBody>
        </p:sp>
        <p:sp>
          <p:nvSpPr>
            <p:cNvPr id="92" name="矩形 13"/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237/109/0</a:t>
              </a:r>
            </a:p>
          </p:txBody>
        </p:sp>
        <p:sp>
          <p:nvSpPr>
            <p:cNvPr id="93" name="矩形 13"/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153/54/54</a:t>
              </a:r>
            </a:p>
          </p:txBody>
        </p:sp>
        <p:sp>
          <p:nvSpPr>
            <p:cNvPr id="94" name="矩形 13"/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98/178/48</a:t>
              </a:r>
            </a:p>
          </p:txBody>
        </p:sp>
        <p:sp>
          <p:nvSpPr>
            <p:cNvPr id="95" name="矩形 13"/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242/137/68</a:t>
              </a:r>
            </a:p>
          </p:txBody>
        </p:sp>
        <p:sp>
          <p:nvSpPr>
            <p:cNvPr id="96" name="矩形 13"/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185C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199/0/11  </a:t>
              </a:r>
            </a:p>
          </p:txBody>
        </p:sp>
        <p:sp>
          <p:nvSpPr>
            <p:cNvPr id="97" name="文本框 15"/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r>
                <a:rPr kumimoji="1" lang="zh-CN" altLang="en-US" sz="8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/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200/16/46  </a:t>
              </a:r>
            </a:p>
          </p:txBody>
        </p:sp>
        <p:sp>
          <p:nvSpPr>
            <p:cNvPr id="99" name="矩形 13"/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127/0/1</a:t>
              </a:r>
            </a:p>
          </p:txBody>
        </p:sp>
        <p:sp>
          <p:nvSpPr>
            <p:cNvPr id="100" name="矩形 13"/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52/200/0</a:t>
              </a:r>
            </a:p>
          </p:txBody>
        </p:sp>
        <p:sp>
          <p:nvSpPr>
            <p:cNvPr id="101" name="矩形 13"/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48/181/197</a:t>
              </a:r>
            </a:p>
          </p:txBody>
        </p:sp>
        <p:sp>
          <p:nvSpPr>
            <p:cNvPr id="102" name="矩形 13"/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129/193/95</a:t>
              </a:r>
            </a:p>
          </p:txBody>
        </p:sp>
        <p:sp>
          <p:nvSpPr>
            <p:cNvPr id="103" name="矩形 13"/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253/211/81</a:t>
              </a:r>
            </a:p>
          </p:txBody>
        </p:sp>
        <p:sp>
          <p:nvSpPr>
            <p:cNvPr id="104" name="矩形 13"/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86/196/210</a:t>
              </a:r>
            </a:p>
          </p:txBody>
        </p:sp>
        <p:sp>
          <p:nvSpPr>
            <p:cNvPr id="105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211/57/65</a:t>
              </a:r>
            </a:p>
          </p:txBody>
        </p:sp>
        <p:sp>
          <p:nvSpPr>
            <p:cNvPr id="106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211/56/89</a:t>
              </a:r>
            </a:p>
          </p:txBody>
        </p:sp>
        <p:sp>
          <p:nvSpPr>
            <p:cNvPr id="107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221/128/170</a:t>
              </a:r>
            </a:p>
          </p:txBody>
        </p:sp>
        <p:sp>
          <p:nvSpPr>
            <p:cNvPr id="108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191/128/130</a:t>
              </a:r>
            </a:p>
          </p:txBody>
        </p:sp>
        <p:sp>
          <p:nvSpPr>
            <p:cNvPr id="109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246/183/140</a:t>
              </a:r>
            </a:p>
          </p:txBody>
        </p:sp>
        <p:sp>
          <p:nvSpPr>
            <p:cNvPr id="110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176/216/156</a:t>
              </a:r>
            </a:p>
          </p:txBody>
        </p:sp>
        <p:sp>
          <p:nvSpPr>
            <p:cNvPr id="111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253/227/181</a:t>
              </a:r>
            </a:p>
          </p:txBody>
        </p:sp>
        <p:sp>
          <p:nvSpPr>
            <p:cNvPr id="112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148/218/226</a:t>
              </a:r>
            </a:p>
          </p:txBody>
        </p:sp>
        <p:sp>
          <p:nvSpPr>
            <p:cNvPr id="113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226/129/137</a:t>
              </a:r>
            </a:p>
          </p:txBody>
        </p:sp>
        <p:sp>
          <p:nvSpPr>
            <p:cNvPr id="114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226/129/152</a:t>
              </a:r>
            </a:p>
          </p:txBody>
        </p:sp>
        <p:sp>
          <p:nvSpPr>
            <p:cNvPr id="115" name="矩形 13"/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235/179/204</a:t>
              </a:r>
            </a:p>
          </p:txBody>
        </p:sp>
        <p:sp>
          <p:nvSpPr>
            <p:cNvPr id="116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216/179/179</a:t>
              </a:r>
            </a:p>
          </p:txBody>
        </p:sp>
        <p:sp>
          <p:nvSpPr>
            <p:cNvPr id="117" name="矩形 13"/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250/211/187</a:t>
              </a:r>
            </a:p>
          </p:txBody>
        </p:sp>
        <p:sp>
          <p:nvSpPr>
            <p:cNvPr id="118" name="矩形 13"/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208/232/196</a:t>
              </a:r>
            </a:p>
          </p:txBody>
        </p:sp>
        <p:sp>
          <p:nvSpPr>
            <p:cNvPr id="119" name="矩形 13"/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254/238/193</a:t>
              </a:r>
            </a:p>
          </p:txBody>
        </p:sp>
        <p:sp>
          <p:nvSpPr>
            <p:cNvPr id="120" name="矩形 13"/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190/23/238</a:t>
              </a:r>
            </a:p>
          </p:txBody>
        </p:sp>
        <p:sp>
          <p:nvSpPr>
            <p:cNvPr id="121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239/178/184</a:t>
              </a:r>
            </a:p>
          </p:txBody>
        </p:sp>
        <p:sp>
          <p:nvSpPr>
            <p:cNvPr id="122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238/179/193</a:t>
              </a:r>
            </a:p>
          </p:txBody>
        </p:sp>
        <p:sp>
          <p:nvSpPr>
            <p:cNvPr id="123" name="矩形 13"/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35/24/21</a:t>
              </a:r>
            </a:p>
          </p:txBody>
        </p:sp>
        <p:sp>
          <p:nvSpPr>
            <p:cNvPr id="124" name="矩形 13"/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89/87/87</a:t>
              </a:r>
            </a:p>
          </p:txBody>
        </p:sp>
        <p:sp>
          <p:nvSpPr>
            <p:cNvPr id="125" name="矩形 13"/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</a:t>
              </a:r>
            </a:p>
          </p:txBody>
        </p:sp>
        <p:sp>
          <p:nvSpPr>
            <p:cNvPr id="126" name="矩形 13"/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</a:t>
              </a:r>
            </a:p>
          </p:txBody>
        </p:sp>
        <p:sp>
          <p:nvSpPr>
            <p:cNvPr id="127" name="矩形 13"/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221</a:t>
              </a:r>
            </a:p>
          </p:txBody>
        </p:sp>
        <p:sp>
          <p:nvSpPr>
            <p:cNvPr id="128" name="矩形 13"/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</a:t>
              </a:r>
            </a:p>
          </p:txBody>
        </p:sp>
      </p:grpSp>
      <p:pic>
        <p:nvPicPr>
          <p:cNvPr id="47" name="Picture 46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176" y="6323416"/>
            <a:ext cx="1270800" cy="27502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467" y="6356939"/>
            <a:ext cx="14634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sz="100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905">
              <a:defRPr/>
            </a:pPr>
            <a:fld id="{C3837181-38C6-AD4F-B8BA-B444770388BB}" type="slidenum">
              <a:rPr lang="en-US" sz="975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975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5" name="组合 24"/>
          <p:cNvGrpSpPr/>
          <p:nvPr userDrawn="1"/>
        </p:nvGrpSpPr>
        <p:grpSpPr>
          <a:xfrm>
            <a:off x="12216278" y="2931937"/>
            <a:ext cx="1982916" cy="3934682"/>
            <a:chOff x="12216278" y="2262477"/>
            <a:chExt cx="1982916" cy="4604143"/>
          </a:xfrm>
        </p:grpSpPr>
        <p:grpSp>
          <p:nvGrpSpPr>
            <p:cNvPr id="26" name="组合 25"/>
            <p:cNvGrpSpPr/>
            <p:nvPr userDrawn="1"/>
          </p:nvGrpSpPr>
          <p:grpSpPr>
            <a:xfrm>
              <a:off x="12315635" y="2262477"/>
              <a:ext cx="1883559" cy="692624"/>
              <a:chOff x="12315635" y="2207613"/>
              <a:chExt cx="1883559" cy="692624"/>
            </a:xfrm>
          </p:grpSpPr>
          <p:sp>
            <p:nvSpPr>
              <p:cNvPr id="44" name="矩形 5"/>
              <p:cNvSpPr/>
              <p:nvPr userDrawn="1"/>
            </p:nvSpPr>
            <p:spPr>
              <a:xfrm>
                <a:off x="12315635" y="2401808"/>
                <a:ext cx="911019" cy="498429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kumimoji="1" lang="en-US" altLang="en-US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ANTONE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186C</a:t>
                </a:r>
              </a:p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200/16/46</a:t>
                </a:r>
              </a:p>
            </p:txBody>
          </p:sp>
          <p:sp>
            <p:nvSpPr>
              <p:cNvPr id="45" name="矩形 9"/>
              <p:cNvSpPr/>
              <p:nvPr userDrawn="1"/>
            </p:nvSpPr>
            <p:spPr>
              <a:xfrm>
                <a:off x="13288175" y="2401808"/>
                <a:ext cx="911019" cy="498429"/>
              </a:xfrm>
              <a:prstGeom prst="rect">
                <a:avLst/>
              </a:prstGeom>
              <a:solidFill>
                <a:srgbClr val="C7000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kumimoji="1" lang="en-US" altLang="en-US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ANTONE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185C</a:t>
                </a:r>
              </a:p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199/0/11</a:t>
                </a:r>
              </a:p>
            </p:txBody>
          </p:sp>
          <p:sp>
            <p:nvSpPr>
              <p:cNvPr id="46" name="文本框 31"/>
              <p:cNvSpPr txBox="1"/>
              <p:nvPr userDrawn="1"/>
            </p:nvSpPr>
            <p:spPr>
              <a:xfrm>
                <a:off x="12326898" y="2207613"/>
                <a:ext cx="38472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 defTabSz="914400"/>
                <a:r>
                  <a:rPr kumimoji="1" lang="zh-CN" altLang="en-US" sz="1000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品牌色</a:t>
                </a:r>
              </a:p>
            </p:txBody>
          </p:sp>
        </p:grpSp>
        <p:grpSp>
          <p:nvGrpSpPr>
            <p:cNvPr id="27" name="组合 26"/>
            <p:cNvGrpSpPr/>
            <p:nvPr userDrawn="1"/>
          </p:nvGrpSpPr>
          <p:grpSpPr>
            <a:xfrm>
              <a:off x="12216278" y="3080825"/>
              <a:ext cx="1982912" cy="3785795"/>
              <a:chOff x="12216278" y="3080825"/>
              <a:chExt cx="1982912" cy="3785795"/>
            </a:xfrm>
          </p:grpSpPr>
          <p:sp>
            <p:nvSpPr>
              <p:cNvPr id="28" name="矩形 12"/>
              <p:cNvSpPr/>
              <p:nvPr userDrawn="1"/>
            </p:nvSpPr>
            <p:spPr>
              <a:xfrm>
                <a:off x="12315640" y="3785971"/>
                <a:ext cx="885201" cy="462672"/>
              </a:xfrm>
              <a:prstGeom prst="rect">
                <a:avLst/>
              </a:prstGeom>
              <a:solidFill>
                <a:srgbClr val="EA5A4F"/>
              </a:solidFill>
              <a:ln>
                <a:solidFill>
                  <a:srgbClr val="EA5A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234/90/79</a:t>
                </a:r>
              </a:p>
            </p:txBody>
          </p:sp>
          <p:sp>
            <p:nvSpPr>
              <p:cNvPr id="29" name="矩形 13"/>
              <p:cNvSpPr/>
              <p:nvPr userDrawn="1"/>
            </p:nvSpPr>
            <p:spPr>
              <a:xfrm>
                <a:off x="12315640" y="3259312"/>
                <a:ext cx="885201" cy="462672"/>
              </a:xfrm>
              <a:prstGeom prst="rect">
                <a:avLst/>
              </a:prstGeom>
              <a:solidFill>
                <a:srgbClr val="78000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120/0/15</a:t>
                </a:r>
              </a:p>
            </p:txBody>
          </p:sp>
          <p:sp>
            <p:nvSpPr>
              <p:cNvPr id="30" name="文本框 15"/>
              <p:cNvSpPr txBox="1"/>
              <p:nvPr userDrawn="1"/>
            </p:nvSpPr>
            <p:spPr>
              <a:xfrm>
                <a:off x="12216278" y="3080825"/>
                <a:ext cx="569387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 anchorCtr="0">
                <a:spAutoFit/>
              </a:bodyPr>
              <a:lstStyle/>
              <a:p>
                <a:pPr algn="ctr" defTabSz="914400"/>
                <a:r>
                  <a:rPr kumimoji="1" lang="zh-CN" altLang="en-US" sz="1000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辅助色</a:t>
                </a:r>
              </a:p>
            </p:txBody>
          </p:sp>
          <p:sp>
            <p:nvSpPr>
              <p:cNvPr id="31" name="矩形 16"/>
              <p:cNvSpPr/>
              <p:nvPr userDrawn="1"/>
            </p:nvSpPr>
            <p:spPr>
              <a:xfrm>
                <a:off x="12315640" y="4836793"/>
                <a:ext cx="885201" cy="462672"/>
              </a:xfrm>
              <a:prstGeom prst="rect">
                <a:avLst/>
              </a:prstGeom>
              <a:solidFill>
                <a:srgbClr val="F8B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248/181/60</a:t>
                </a:r>
              </a:p>
            </p:txBody>
          </p:sp>
          <p:sp>
            <p:nvSpPr>
              <p:cNvPr id="32" name="矩形 17"/>
              <p:cNvSpPr/>
              <p:nvPr userDrawn="1"/>
            </p:nvSpPr>
            <p:spPr>
              <a:xfrm>
                <a:off x="12315640" y="4319278"/>
                <a:ext cx="885201" cy="462672"/>
              </a:xfrm>
              <a:prstGeom prst="rect">
                <a:avLst/>
              </a:prstGeom>
              <a:solidFill>
                <a:srgbClr val="EB5C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235/92/1</a:t>
                </a:r>
              </a:p>
            </p:txBody>
          </p:sp>
          <p:sp>
            <p:nvSpPr>
              <p:cNvPr id="33" name="矩形 18"/>
              <p:cNvSpPr/>
              <p:nvPr userDrawn="1"/>
            </p:nvSpPr>
            <p:spPr>
              <a:xfrm>
                <a:off x="12315636" y="5880294"/>
                <a:ext cx="911019" cy="462672"/>
              </a:xfrm>
              <a:prstGeom prst="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137/137/137</a:t>
                </a:r>
              </a:p>
            </p:txBody>
          </p:sp>
          <p:sp>
            <p:nvSpPr>
              <p:cNvPr id="34" name="矩形 19"/>
              <p:cNvSpPr/>
              <p:nvPr userDrawn="1"/>
            </p:nvSpPr>
            <p:spPr>
              <a:xfrm>
                <a:off x="12315636" y="5362779"/>
                <a:ext cx="911019" cy="462672"/>
              </a:xfrm>
              <a:prstGeom prst="rect">
                <a:avLst/>
              </a:prstGeom>
              <a:solidFill>
                <a:srgbClr val="2318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35/24/21</a:t>
                </a:r>
              </a:p>
            </p:txBody>
          </p:sp>
          <p:sp>
            <p:nvSpPr>
              <p:cNvPr id="35" name="矩形 22"/>
              <p:cNvSpPr/>
              <p:nvPr userDrawn="1"/>
            </p:nvSpPr>
            <p:spPr>
              <a:xfrm>
                <a:off x="12315636" y="6403948"/>
                <a:ext cx="911019" cy="462672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221/221/221</a:t>
                </a:r>
              </a:p>
            </p:txBody>
          </p:sp>
          <p:sp>
            <p:nvSpPr>
              <p:cNvPr id="36" name="矩形 12"/>
              <p:cNvSpPr/>
              <p:nvPr userDrawn="1"/>
            </p:nvSpPr>
            <p:spPr>
              <a:xfrm>
                <a:off x="13288175" y="3785971"/>
                <a:ext cx="885201" cy="462672"/>
              </a:xfrm>
              <a:prstGeom prst="rect">
                <a:avLst/>
              </a:prstGeom>
              <a:solidFill>
                <a:srgbClr val="E98C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233/140/128</a:t>
                </a:r>
              </a:p>
            </p:txBody>
          </p:sp>
          <p:sp>
            <p:nvSpPr>
              <p:cNvPr id="37" name="矩形 13"/>
              <p:cNvSpPr/>
              <p:nvPr userDrawn="1"/>
            </p:nvSpPr>
            <p:spPr>
              <a:xfrm>
                <a:off x="13288175" y="3259312"/>
                <a:ext cx="885201" cy="462672"/>
              </a:xfrm>
              <a:prstGeom prst="rect">
                <a:avLst/>
              </a:prstGeom>
              <a:solidFill>
                <a:srgbClr val="A72126"/>
              </a:solidFill>
              <a:ln>
                <a:solidFill>
                  <a:srgbClr val="9F000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159/0/1</a:t>
                </a:r>
              </a:p>
            </p:txBody>
          </p:sp>
          <p:sp>
            <p:nvSpPr>
              <p:cNvPr id="38" name="矩形 16"/>
              <p:cNvSpPr/>
              <p:nvPr userDrawn="1"/>
            </p:nvSpPr>
            <p:spPr>
              <a:xfrm>
                <a:off x="13288175" y="4836793"/>
                <a:ext cx="885201" cy="462672"/>
              </a:xfrm>
              <a:prstGeom prst="rect">
                <a:avLst/>
              </a:prstGeom>
              <a:solidFill>
                <a:srgbClr val="F5DC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245/220/87</a:t>
                </a:r>
              </a:p>
            </p:txBody>
          </p:sp>
          <p:sp>
            <p:nvSpPr>
              <p:cNvPr id="39" name="矩形 17"/>
              <p:cNvSpPr/>
              <p:nvPr userDrawn="1"/>
            </p:nvSpPr>
            <p:spPr>
              <a:xfrm>
                <a:off x="13288175" y="4319278"/>
                <a:ext cx="885201" cy="462672"/>
              </a:xfrm>
              <a:prstGeom prst="rect">
                <a:avLst/>
              </a:prstGeom>
              <a:solidFill>
                <a:srgbClr val="F085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240/133/0</a:t>
                </a:r>
              </a:p>
            </p:txBody>
          </p:sp>
          <p:sp>
            <p:nvSpPr>
              <p:cNvPr id="40" name="矩形 18"/>
              <p:cNvSpPr/>
              <p:nvPr userDrawn="1"/>
            </p:nvSpPr>
            <p:spPr>
              <a:xfrm>
                <a:off x="13288171" y="5880294"/>
                <a:ext cx="911019" cy="462672"/>
              </a:xfrm>
              <a:prstGeom prst="rect">
                <a:avLst/>
              </a:prstGeom>
              <a:solidFill>
                <a:srgbClr val="B5B5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181/181/181</a:t>
                </a:r>
              </a:p>
            </p:txBody>
          </p:sp>
          <p:sp>
            <p:nvSpPr>
              <p:cNvPr id="42" name="矩形 19"/>
              <p:cNvSpPr/>
              <p:nvPr userDrawn="1"/>
            </p:nvSpPr>
            <p:spPr>
              <a:xfrm>
                <a:off x="13288171" y="5362779"/>
                <a:ext cx="911019" cy="462672"/>
              </a:xfrm>
              <a:prstGeom prst="rect">
                <a:avLst/>
              </a:prstGeom>
              <a:solidFill>
                <a:srgbClr val="595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89/87/87</a:t>
                </a:r>
              </a:p>
            </p:txBody>
          </p:sp>
          <p:sp>
            <p:nvSpPr>
              <p:cNvPr id="43" name="矩形 22"/>
              <p:cNvSpPr/>
              <p:nvPr userDrawn="1"/>
            </p:nvSpPr>
            <p:spPr>
              <a:xfrm>
                <a:off x="13288171" y="6403948"/>
                <a:ext cx="911019" cy="4626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255/255/255</a:t>
                </a:r>
              </a:p>
            </p:txBody>
          </p:sp>
        </p:grpSp>
      </p:grp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8" y="6321130"/>
            <a:ext cx="1269075" cy="27754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469" y="6356939"/>
            <a:ext cx="35039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0" kern="1200" baseline="0" dirty="0">
                <a:solidFill>
                  <a:srgbClr val="1D1D1B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Huawei Proprietary - Restricted Distribution</a:t>
            </a:r>
            <a:endParaRPr lang="en-US" sz="900" b="0" kern="1200" baseline="0" dirty="0">
              <a:solidFill>
                <a:srgbClr val="1D1D1B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734133" y="6402809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2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/>
          <p:cNvGrpSpPr>
            <a:grpSpLocks noChangeAspect="1"/>
          </p:cNvGrpSpPr>
          <p:nvPr userDrawn="1"/>
        </p:nvGrpSpPr>
        <p:grpSpPr>
          <a:xfrm>
            <a:off x="12290471" y="2625392"/>
            <a:ext cx="1967973" cy="4233515"/>
            <a:chOff x="5343885" y="-48857"/>
            <a:chExt cx="3271316" cy="7037279"/>
          </a:xfrm>
        </p:grpSpPr>
        <p:sp>
          <p:nvSpPr>
            <p:cNvPr id="89" name="矩形 13"/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196/0/84</a:t>
              </a:r>
            </a:p>
          </p:txBody>
        </p:sp>
        <p:sp>
          <p:nvSpPr>
            <p:cNvPr id="90" name="文本框 15"/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/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203/55/120</a:t>
              </a:r>
            </a:p>
          </p:txBody>
        </p:sp>
        <p:sp>
          <p:nvSpPr>
            <p:cNvPr id="92" name="矩形 13"/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237/109/0</a:t>
              </a:r>
            </a:p>
          </p:txBody>
        </p:sp>
        <p:sp>
          <p:nvSpPr>
            <p:cNvPr id="93" name="矩形 13"/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6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153/54/54</a:t>
              </a:r>
            </a:p>
          </p:txBody>
        </p:sp>
        <p:sp>
          <p:nvSpPr>
            <p:cNvPr id="94" name="矩形 13"/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98/178/48</a:t>
              </a:r>
            </a:p>
          </p:txBody>
        </p:sp>
        <p:sp>
          <p:nvSpPr>
            <p:cNvPr id="95" name="矩形 13"/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242/137/68</a:t>
              </a:r>
            </a:p>
          </p:txBody>
        </p:sp>
        <p:sp>
          <p:nvSpPr>
            <p:cNvPr id="96" name="矩形 13"/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199/0/11  </a:t>
              </a:r>
            </a:p>
          </p:txBody>
        </p:sp>
        <p:sp>
          <p:nvSpPr>
            <p:cNvPr id="97" name="文本框 15"/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/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200/16/46  </a:t>
              </a:r>
            </a:p>
          </p:txBody>
        </p:sp>
        <p:sp>
          <p:nvSpPr>
            <p:cNvPr id="99" name="矩形 13"/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127/0/1</a:t>
              </a:r>
            </a:p>
          </p:txBody>
        </p:sp>
        <p:sp>
          <p:nvSpPr>
            <p:cNvPr id="100" name="矩形 13"/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52/200/0</a:t>
              </a:r>
            </a:p>
          </p:txBody>
        </p:sp>
        <p:sp>
          <p:nvSpPr>
            <p:cNvPr id="101" name="矩形 13"/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48/181/197</a:t>
              </a:r>
            </a:p>
          </p:txBody>
        </p:sp>
        <p:sp>
          <p:nvSpPr>
            <p:cNvPr id="102" name="矩形 13"/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129/193/95</a:t>
              </a:r>
            </a:p>
          </p:txBody>
        </p:sp>
        <p:sp>
          <p:nvSpPr>
            <p:cNvPr id="103" name="矩形 13"/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253/211/81</a:t>
              </a:r>
            </a:p>
          </p:txBody>
        </p:sp>
        <p:sp>
          <p:nvSpPr>
            <p:cNvPr id="104" name="矩形 13"/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86/196/210</a:t>
              </a:r>
            </a:p>
          </p:txBody>
        </p:sp>
        <p:sp>
          <p:nvSpPr>
            <p:cNvPr id="105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211/57/65</a:t>
              </a:r>
            </a:p>
          </p:txBody>
        </p:sp>
        <p:sp>
          <p:nvSpPr>
            <p:cNvPr id="106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211/56/89</a:t>
              </a:r>
            </a:p>
          </p:txBody>
        </p:sp>
        <p:sp>
          <p:nvSpPr>
            <p:cNvPr id="107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221/128/170</a:t>
              </a:r>
            </a:p>
          </p:txBody>
        </p:sp>
        <p:sp>
          <p:nvSpPr>
            <p:cNvPr id="108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6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191/128/130</a:t>
              </a:r>
            </a:p>
          </p:txBody>
        </p:sp>
        <p:sp>
          <p:nvSpPr>
            <p:cNvPr id="109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246/183/140</a:t>
              </a:r>
            </a:p>
          </p:txBody>
        </p:sp>
        <p:sp>
          <p:nvSpPr>
            <p:cNvPr id="110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176/216/156</a:t>
              </a:r>
            </a:p>
          </p:txBody>
        </p:sp>
        <p:sp>
          <p:nvSpPr>
            <p:cNvPr id="111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253/227/181</a:t>
              </a:r>
            </a:p>
          </p:txBody>
        </p:sp>
        <p:sp>
          <p:nvSpPr>
            <p:cNvPr id="112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148/218/226</a:t>
              </a:r>
            </a:p>
          </p:txBody>
        </p:sp>
        <p:sp>
          <p:nvSpPr>
            <p:cNvPr id="113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226/129/137</a:t>
              </a:r>
            </a:p>
          </p:txBody>
        </p:sp>
        <p:sp>
          <p:nvSpPr>
            <p:cNvPr id="114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226/129/152</a:t>
              </a:r>
            </a:p>
          </p:txBody>
        </p:sp>
        <p:sp>
          <p:nvSpPr>
            <p:cNvPr id="115" name="矩形 13"/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235/179/204</a:t>
              </a:r>
            </a:p>
          </p:txBody>
        </p:sp>
        <p:sp>
          <p:nvSpPr>
            <p:cNvPr id="116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6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216/179/179</a:t>
              </a:r>
            </a:p>
          </p:txBody>
        </p:sp>
        <p:sp>
          <p:nvSpPr>
            <p:cNvPr id="117" name="矩形 13"/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250/211/187</a:t>
              </a:r>
            </a:p>
          </p:txBody>
        </p:sp>
        <p:sp>
          <p:nvSpPr>
            <p:cNvPr id="118" name="矩形 13"/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208/232/196</a:t>
              </a:r>
            </a:p>
          </p:txBody>
        </p:sp>
        <p:sp>
          <p:nvSpPr>
            <p:cNvPr id="119" name="矩形 13"/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254/238/193</a:t>
              </a:r>
            </a:p>
          </p:txBody>
        </p:sp>
        <p:sp>
          <p:nvSpPr>
            <p:cNvPr id="120" name="矩形 13"/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190/233/238</a:t>
              </a:r>
            </a:p>
          </p:txBody>
        </p:sp>
        <p:sp>
          <p:nvSpPr>
            <p:cNvPr id="121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239/178/184</a:t>
              </a:r>
            </a:p>
          </p:txBody>
        </p:sp>
        <p:sp>
          <p:nvSpPr>
            <p:cNvPr id="122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238/179/193</a:t>
              </a:r>
            </a:p>
          </p:txBody>
        </p:sp>
        <p:sp>
          <p:nvSpPr>
            <p:cNvPr id="123" name="矩形 13"/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0/0/0</a:t>
              </a:r>
            </a:p>
          </p:txBody>
        </p:sp>
        <p:sp>
          <p:nvSpPr>
            <p:cNvPr id="124" name="矩形 13"/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89/87/87</a:t>
              </a:r>
            </a:p>
          </p:txBody>
        </p:sp>
        <p:sp>
          <p:nvSpPr>
            <p:cNvPr id="125" name="矩形 13"/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</a:t>
              </a:r>
            </a:p>
          </p:txBody>
        </p:sp>
        <p:sp>
          <p:nvSpPr>
            <p:cNvPr id="126" name="矩形 13"/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</a:t>
              </a:r>
            </a:p>
          </p:txBody>
        </p:sp>
        <p:sp>
          <p:nvSpPr>
            <p:cNvPr id="127" name="矩形 13"/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221</a:t>
              </a:r>
            </a:p>
          </p:txBody>
        </p:sp>
        <p:sp>
          <p:nvSpPr>
            <p:cNvPr id="128" name="矩形 13"/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</a:t>
              </a:r>
            </a:p>
          </p:txBody>
        </p:sp>
      </p:grpSp>
      <p:pic>
        <p:nvPicPr>
          <p:cNvPr id="47" name="Picture 4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176" y="6323416"/>
            <a:ext cx="1270800" cy="27502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681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681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270" indent="-297180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3995" indent="-297180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7085" indent="-297180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0175" indent="-297180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3900" indent="-297180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58260" indent="-297180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1350" indent="-297180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4440" indent="-297180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681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681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6815" algn="l" defTabSz="118681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0540" algn="l" defTabSz="118681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4265" algn="l" defTabSz="118681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7355" algn="l" defTabSz="118681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1080" algn="l" defTabSz="118681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4170" algn="l" defTabSz="118681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47895" algn="l" defTabSz="118681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467" y="6356939"/>
            <a:ext cx="35039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altLang="zh-CN" sz="90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Proprietary - Restricted Distribution</a:t>
            </a:r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734131" y="6402806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905"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/>
          <p:cNvGrpSpPr>
            <a:grpSpLocks noChangeAspect="1"/>
          </p:cNvGrpSpPr>
          <p:nvPr userDrawn="1"/>
        </p:nvGrpSpPr>
        <p:grpSpPr>
          <a:xfrm>
            <a:off x="12290470" y="2625389"/>
            <a:ext cx="1967973" cy="4233515"/>
            <a:chOff x="5343885" y="-48857"/>
            <a:chExt cx="3271316" cy="7037279"/>
          </a:xfrm>
        </p:grpSpPr>
        <p:sp>
          <p:nvSpPr>
            <p:cNvPr id="89" name="矩形 13"/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196/0/84</a:t>
              </a:r>
            </a:p>
          </p:txBody>
        </p:sp>
        <p:sp>
          <p:nvSpPr>
            <p:cNvPr id="90" name="文本框 15"/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4400"/>
              <a:r>
                <a:rPr kumimoji="1" lang="zh-CN" altLang="en-US" sz="8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/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203/55/120</a:t>
              </a:r>
            </a:p>
          </p:txBody>
        </p:sp>
        <p:sp>
          <p:nvSpPr>
            <p:cNvPr id="92" name="矩形 13"/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237/109/0</a:t>
              </a:r>
            </a:p>
          </p:txBody>
        </p:sp>
        <p:sp>
          <p:nvSpPr>
            <p:cNvPr id="93" name="矩形 13"/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153/54/54</a:t>
              </a:r>
            </a:p>
          </p:txBody>
        </p:sp>
        <p:sp>
          <p:nvSpPr>
            <p:cNvPr id="94" name="矩形 13"/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98/178/48</a:t>
              </a:r>
            </a:p>
          </p:txBody>
        </p:sp>
        <p:sp>
          <p:nvSpPr>
            <p:cNvPr id="95" name="矩形 13"/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242/137/68</a:t>
              </a:r>
            </a:p>
          </p:txBody>
        </p:sp>
        <p:sp>
          <p:nvSpPr>
            <p:cNvPr id="96" name="矩形 13"/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185C</a:t>
              </a:r>
            </a:p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199/0/11  </a:t>
              </a:r>
            </a:p>
          </p:txBody>
        </p:sp>
        <p:sp>
          <p:nvSpPr>
            <p:cNvPr id="97" name="文本框 15"/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4400"/>
              <a:r>
                <a:rPr kumimoji="1" lang="zh-CN" altLang="en-US" sz="8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/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186C</a:t>
              </a:r>
            </a:p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200/16/46  </a:t>
              </a:r>
            </a:p>
          </p:txBody>
        </p:sp>
        <p:sp>
          <p:nvSpPr>
            <p:cNvPr id="99" name="矩形 13"/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127/0/1</a:t>
              </a:r>
            </a:p>
          </p:txBody>
        </p:sp>
        <p:sp>
          <p:nvSpPr>
            <p:cNvPr id="100" name="矩形 13"/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52/200/0</a:t>
              </a:r>
            </a:p>
          </p:txBody>
        </p:sp>
        <p:sp>
          <p:nvSpPr>
            <p:cNvPr id="101" name="矩形 13"/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48/181/197</a:t>
              </a:r>
            </a:p>
          </p:txBody>
        </p:sp>
        <p:sp>
          <p:nvSpPr>
            <p:cNvPr id="102" name="矩形 13"/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129/193/95</a:t>
              </a:r>
            </a:p>
          </p:txBody>
        </p:sp>
        <p:sp>
          <p:nvSpPr>
            <p:cNvPr id="103" name="矩形 13"/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253/211/81</a:t>
              </a:r>
            </a:p>
          </p:txBody>
        </p:sp>
        <p:sp>
          <p:nvSpPr>
            <p:cNvPr id="104" name="矩形 13"/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86/196/210</a:t>
              </a:r>
            </a:p>
          </p:txBody>
        </p:sp>
        <p:sp>
          <p:nvSpPr>
            <p:cNvPr id="105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211/57/65</a:t>
              </a:r>
            </a:p>
          </p:txBody>
        </p:sp>
        <p:sp>
          <p:nvSpPr>
            <p:cNvPr id="106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211/56/89</a:t>
              </a:r>
            </a:p>
          </p:txBody>
        </p:sp>
        <p:sp>
          <p:nvSpPr>
            <p:cNvPr id="107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221/128/170</a:t>
              </a:r>
            </a:p>
          </p:txBody>
        </p:sp>
        <p:sp>
          <p:nvSpPr>
            <p:cNvPr id="108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191/128/130</a:t>
              </a:r>
            </a:p>
          </p:txBody>
        </p:sp>
        <p:sp>
          <p:nvSpPr>
            <p:cNvPr id="109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246/183/140</a:t>
              </a:r>
            </a:p>
          </p:txBody>
        </p:sp>
        <p:sp>
          <p:nvSpPr>
            <p:cNvPr id="110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176/216/156</a:t>
              </a:r>
            </a:p>
          </p:txBody>
        </p:sp>
        <p:sp>
          <p:nvSpPr>
            <p:cNvPr id="111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253/227/181</a:t>
              </a:r>
            </a:p>
          </p:txBody>
        </p:sp>
        <p:sp>
          <p:nvSpPr>
            <p:cNvPr id="112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148/218/226</a:t>
              </a:r>
            </a:p>
          </p:txBody>
        </p:sp>
        <p:sp>
          <p:nvSpPr>
            <p:cNvPr id="113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226/129/137</a:t>
              </a:r>
            </a:p>
          </p:txBody>
        </p:sp>
        <p:sp>
          <p:nvSpPr>
            <p:cNvPr id="114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226/129/152</a:t>
              </a:r>
            </a:p>
          </p:txBody>
        </p:sp>
        <p:sp>
          <p:nvSpPr>
            <p:cNvPr id="115" name="矩形 13"/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235/179/204</a:t>
              </a:r>
            </a:p>
          </p:txBody>
        </p:sp>
        <p:sp>
          <p:nvSpPr>
            <p:cNvPr id="116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216/179/179</a:t>
              </a:r>
            </a:p>
          </p:txBody>
        </p:sp>
        <p:sp>
          <p:nvSpPr>
            <p:cNvPr id="117" name="矩形 13"/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250/211/187</a:t>
              </a:r>
            </a:p>
          </p:txBody>
        </p:sp>
        <p:sp>
          <p:nvSpPr>
            <p:cNvPr id="118" name="矩形 13"/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208/232/196</a:t>
              </a:r>
            </a:p>
          </p:txBody>
        </p:sp>
        <p:sp>
          <p:nvSpPr>
            <p:cNvPr id="119" name="矩形 13"/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254/238/193</a:t>
              </a:r>
            </a:p>
          </p:txBody>
        </p:sp>
        <p:sp>
          <p:nvSpPr>
            <p:cNvPr id="120" name="矩形 13"/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190/233/238</a:t>
              </a:r>
            </a:p>
          </p:txBody>
        </p:sp>
        <p:sp>
          <p:nvSpPr>
            <p:cNvPr id="121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239/178/184</a:t>
              </a:r>
            </a:p>
          </p:txBody>
        </p:sp>
        <p:sp>
          <p:nvSpPr>
            <p:cNvPr id="122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238/179/193</a:t>
              </a:r>
            </a:p>
          </p:txBody>
        </p:sp>
        <p:sp>
          <p:nvSpPr>
            <p:cNvPr id="123" name="矩形 13"/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0/0/0</a:t>
              </a:r>
            </a:p>
          </p:txBody>
        </p:sp>
        <p:sp>
          <p:nvSpPr>
            <p:cNvPr id="124" name="矩形 13"/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89/87/87</a:t>
              </a:r>
            </a:p>
          </p:txBody>
        </p:sp>
        <p:sp>
          <p:nvSpPr>
            <p:cNvPr id="125" name="矩形 13"/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</a:t>
              </a:r>
            </a:p>
          </p:txBody>
        </p:sp>
        <p:sp>
          <p:nvSpPr>
            <p:cNvPr id="126" name="矩形 13"/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</a:t>
              </a:r>
            </a:p>
          </p:txBody>
        </p:sp>
        <p:sp>
          <p:nvSpPr>
            <p:cNvPr id="127" name="矩形 13"/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221</a:t>
              </a:r>
            </a:p>
          </p:txBody>
        </p:sp>
        <p:sp>
          <p:nvSpPr>
            <p:cNvPr id="128" name="矩形 13"/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</a:t>
              </a:r>
            </a:p>
          </p:txBody>
        </p:sp>
      </p:grpSp>
      <p:pic>
        <p:nvPicPr>
          <p:cNvPr id="47" name="Picture 46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176" y="6323416"/>
            <a:ext cx="1270800" cy="27502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470" y="6356939"/>
            <a:ext cx="14634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3130" fontAlgn="base">
              <a:spcBef>
                <a:spcPct val="0"/>
              </a:spcBef>
              <a:spcAft>
                <a:spcPct val="0"/>
              </a:spcAft>
            </a:pPr>
            <a:r>
              <a:rPr lang="en-US" sz="900" dirty="0">
                <a:solidFill>
                  <a:srgbClr val="1D1D1B"/>
                </a:solidFill>
                <a:latin typeface="FrutigerNext LT Regular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734134" y="6402812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89635" fontAlgn="base">
              <a:spcBef>
                <a:spcPct val="0"/>
              </a:spcBef>
              <a:spcAft>
                <a:spcPct val="0"/>
              </a:spcAft>
              <a:defRPr/>
            </a:pPr>
            <a:fld id="{C3837181-38C6-AD4F-B8BA-B444770388BB}" type="slidenum">
              <a:rPr lang="en-US" sz="900">
                <a:solidFill>
                  <a:srgbClr val="1D1D1B"/>
                </a:solidFill>
                <a:latin typeface="FrutigerNext LT Regular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‹#›</a:t>
            </a:fld>
            <a:endParaRPr lang="en-US" sz="900" dirty="0">
              <a:solidFill>
                <a:srgbClr val="1D1D1B"/>
              </a:solidFill>
              <a:latin typeface="FrutigerNext LT Regular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pic>
        <p:nvPicPr>
          <p:cNvPr id="47" name="Picture 46"/>
          <p:cNvPicPr>
            <a:picLocks noChangeAspect="1"/>
          </p:cNvPicPr>
          <p:nvPr userDrawn="1"/>
        </p:nvPicPr>
        <p:blipFill>
          <a:blip r:embed="rId4" cstate="email"/>
          <a:stretch>
            <a:fillRect/>
          </a:stretch>
        </p:blipFill>
        <p:spPr>
          <a:xfrm>
            <a:off x="10196176" y="6323416"/>
            <a:ext cx="1270800" cy="27502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</p:sldLayoutIdLst>
  <p:hf hdr="0" ftr="0" dt="0"/>
  <p:txStyles>
    <p:titleStyle>
      <a:lvl1pPr algn="l" defTabSz="1186180" rtl="0" eaLnBrk="1" latinLnBrk="0" hangingPunct="1">
        <a:lnSpc>
          <a:spcPct val="90000"/>
        </a:lnSpc>
        <a:spcBef>
          <a:spcPct val="0"/>
        </a:spcBef>
        <a:buNone/>
        <a:defRPr sz="57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545" indent="-296545" algn="l" defTabSz="1186180" rtl="0" eaLnBrk="1" latinLnBrk="0" hangingPunct="1">
        <a:lnSpc>
          <a:spcPct val="90000"/>
        </a:lnSpc>
        <a:spcBef>
          <a:spcPts val="1295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89635" indent="-296545" algn="l" defTabSz="118618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5" kern="1200">
          <a:solidFill>
            <a:schemeClr val="tx1"/>
          </a:solidFill>
          <a:latin typeface="+mn-lt"/>
          <a:ea typeface="+mn-ea"/>
          <a:cs typeface="+mn-cs"/>
        </a:defRPr>
      </a:lvl2pPr>
      <a:lvl3pPr marL="1482725" indent="-296545" algn="l" defTabSz="118618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5" kern="1200">
          <a:solidFill>
            <a:schemeClr val="tx1"/>
          </a:solidFill>
          <a:latin typeface="+mn-lt"/>
          <a:ea typeface="+mn-ea"/>
          <a:cs typeface="+mn-cs"/>
        </a:defRPr>
      </a:lvl3pPr>
      <a:lvl4pPr marL="2076450" indent="-296545" algn="l" defTabSz="118618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669540" indent="-296545" algn="l" defTabSz="118618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3262630" indent="-296545" algn="l" defTabSz="118618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855720" indent="-296545" algn="l" defTabSz="118618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448810" indent="-296545" algn="l" defTabSz="118618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5041900" indent="-296545" algn="l" defTabSz="118618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618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1pPr>
      <a:lvl2pPr marL="593090" algn="l" defTabSz="118618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2pPr>
      <a:lvl3pPr marL="1186180" algn="l" defTabSz="118618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3pPr>
      <a:lvl4pPr marL="1779270" algn="l" defTabSz="118618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372995" algn="l" defTabSz="118618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2966085" algn="l" defTabSz="118618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559175" algn="l" defTabSz="118618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152265" algn="l" defTabSz="118618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4745355" algn="l" defTabSz="118618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95467" y="6356939"/>
            <a:ext cx="14634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FFFFFF"/>
                </a:solidFill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4131" y="6402806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905">
              <a:defRPr/>
            </a:pPr>
            <a:fld id="{C3837181-38C6-AD4F-B8BA-B444770388BB}" type="slidenum">
              <a:rPr lang="en-US" sz="900" smtClean="0">
                <a:solidFill>
                  <a:srgbClr val="FFFFFF"/>
                </a:solidFill>
                <a:cs typeface="Arial" panose="020B0604020202020204" pitchFamily="34" charset="0"/>
              </a:rPr>
              <a:t>‹#›</a:t>
            </a:fld>
            <a:endParaRPr lang="en-US" sz="900" dirty="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grpSp>
        <p:nvGrpSpPr>
          <p:cNvPr id="88" name="Group 87"/>
          <p:cNvGrpSpPr>
            <a:grpSpLocks noChangeAspect="1"/>
          </p:cNvGrpSpPr>
          <p:nvPr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89" name="矩形 13"/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196/0/84</a:t>
              </a:r>
            </a:p>
          </p:txBody>
        </p:sp>
        <p:sp>
          <p:nvSpPr>
            <p:cNvPr id="90" name="文本框 15"/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r>
                <a:rPr kumimoji="1" lang="zh-CN" altLang="en-US" sz="800" dirty="0">
                  <a:solidFill>
                    <a:srgbClr val="1D1D1A"/>
                  </a:solidFill>
                  <a:latin typeface="微软雅黑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/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203/55/120</a:t>
              </a:r>
            </a:p>
          </p:txBody>
        </p:sp>
        <p:sp>
          <p:nvSpPr>
            <p:cNvPr id="92" name="矩形 13"/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237/109/0</a:t>
              </a:r>
            </a:p>
          </p:txBody>
        </p:sp>
        <p:sp>
          <p:nvSpPr>
            <p:cNvPr id="93" name="矩形 13"/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153/54/54</a:t>
              </a:r>
            </a:p>
          </p:txBody>
        </p:sp>
        <p:sp>
          <p:nvSpPr>
            <p:cNvPr id="94" name="矩形 13"/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98/178/48</a:t>
              </a:r>
            </a:p>
          </p:txBody>
        </p:sp>
        <p:sp>
          <p:nvSpPr>
            <p:cNvPr id="95" name="矩形 13"/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242/137/68</a:t>
              </a:r>
            </a:p>
          </p:txBody>
        </p:sp>
        <p:sp>
          <p:nvSpPr>
            <p:cNvPr id="96" name="矩形 13"/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PANTONE 185C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199/0/11  </a:t>
              </a:r>
            </a:p>
          </p:txBody>
        </p:sp>
        <p:sp>
          <p:nvSpPr>
            <p:cNvPr id="97" name="文本框 15"/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r>
                <a:rPr kumimoji="1" lang="zh-CN" altLang="en-US" sz="800" dirty="0">
                  <a:solidFill>
                    <a:srgbClr val="1D1D1A"/>
                  </a:solidFill>
                  <a:latin typeface="微软雅黑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/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200/16/46  </a:t>
              </a:r>
            </a:p>
          </p:txBody>
        </p:sp>
        <p:sp>
          <p:nvSpPr>
            <p:cNvPr id="99" name="矩形 13"/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127/0/1</a:t>
              </a:r>
            </a:p>
          </p:txBody>
        </p:sp>
        <p:sp>
          <p:nvSpPr>
            <p:cNvPr id="100" name="矩形 13"/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52/200/0</a:t>
              </a:r>
            </a:p>
          </p:txBody>
        </p:sp>
        <p:sp>
          <p:nvSpPr>
            <p:cNvPr id="101" name="矩形 13"/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48/181/197</a:t>
              </a:r>
            </a:p>
          </p:txBody>
        </p:sp>
        <p:sp>
          <p:nvSpPr>
            <p:cNvPr id="102" name="矩形 13"/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129/193/95</a:t>
              </a:r>
            </a:p>
          </p:txBody>
        </p:sp>
        <p:sp>
          <p:nvSpPr>
            <p:cNvPr id="103" name="矩形 13"/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253/211/81</a:t>
              </a:r>
            </a:p>
          </p:txBody>
        </p:sp>
        <p:sp>
          <p:nvSpPr>
            <p:cNvPr id="104" name="矩形 13"/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86/196/210</a:t>
              </a:r>
            </a:p>
          </p:txBody>
        </p:sp>
        <p:sp>
          <p:nvSpPr>
            <p:cNvPr id="105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211/57/65</a:t>
              </a:r>
            </a:p>
          </p:txBody>
        </p:sp>
        <p:sp>
          <p:nvSpPr>
            <p:cNvPr id="106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211/56/89</a:t>
              </a:r>
            </a:p>
          </p:txBody>
        </p:sp>
        <p:sp>
          <p:nvSpPr>
            <p:cNvPr id="107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 221/128/170</a:t>
              </a:r>
            </a:p>
          </p:txBody>
        </p:sp>
        <p:sp>
          <p:nvSpPr>
            <p:cNvPr id="108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 191/128/130</a:t>
              </a:r>
            </a:p>
          </p:txBody>
        </p:sp>
        <p:sp>
          <p:nvSpPr>
            <p:cNvPr id="109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 246/183/140</a:t>
              </a:r>
            </a:p>
          </p:txBody>
        </p:sp>
        <p:sp>
          <p:nvSpPr>
            <p:cNvPr id="110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 176/216/156</a:t>
              </a:r>
            </a:p>
          </p:txBody>
        </p:sp>
        <p:sp>
          <p:nvSpPr>
            <p:cNvPr id="111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 253/227/181</a:t>
              </a:r>
            </a:p>
          </p:txBody>
        </p:sp>
        <p:sp>
          <p:nvSpPr>
            <p:cNvPr id="112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 148/218/226</a:t>
              </a:r>
            </a:p>
          </p:txBody>
        </p:sp>
        <p:sp>
          <p:nvSpPr>
            <p:cNvPr id="113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 226/129/137</a:t>
              </a:r>
            </a:p>
          </p:txBody>
        </p:sp>
        <p:sp>
          <p:nvSpPr>
            <p:cNvPr id="114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 226/129/152</a:t>
              </a:r>
            </a:p>
          </p:txBody>
        </p:sp>
        <p:sp>
          <p:nvSpPr>
            <p:cNvPr id="115" name="矩形 13"/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 235/179/204</a:t>
              </a:r>
            </a:p>
          </p:txBody>
        </p:sp>
        <p:sp>
          <p:nvSpPr>
            <p:cNvPr id="116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 216/179/179</a:t>
              </a:r>
            </a:p>
          </p:txBody>
        </p:sp>
        <p:sp>
          <p:nvSpPr>
            <p:cNvPr id="117" name="矩形 13"/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 250/211/187</a:t>
              </a:r>
            </a:p>
          </p:txBody>
        </p:sp>
        <p:sp>
          <p:nvSpPr>
            <p:cNvPr id="118" name="矩形 13"/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 208/232/196</a:t>
              </a:r>
            </a:p>
          </p:txBody>
        </p:sp>
        <p:sp>
          <p:nvSpPr>
            <p:cNvPr id="119" name="矩形 13"/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 254/238/193</a:t>
              </a:r>
            </a:p>
          </p:txBody>
        </p:sp>
        <p:sp>
          <p:nvSpPr>
            <p:cNvPr id="120" name="矩形 13"/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190/23/238</a:t>
              </a:r>
            </a:p>
          </p:txBody>
        </p:sp>
        <p:sp>
          <p:nvSpPr>
            <p:cNvPr id="121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 239/178/184</a:t>
              </a:r>
            </a:p>
          </p:txBody>
        </p:sp>
        <p:sp>
          <p:nvSpPr>
            <p:cNvPr id="122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 238/179/193</a:t>
              </a:r>
            </a:p>
          </p:txBody>
        </p:sp>
        <p:sp>
          <p:nvSpPr>
            <p:cNvPr id="123" name="矩形 13"/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0/0/0</a:t>
              </a:r>
            </a:p>
          </p:txBody>
        </p:sp>
        <p:sp>
          <p:nvSpPr>
            <p:cNvPr id="124" name="矩形 13"/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89/87/87</a:t>
              </a:r>
            </a:p>
          </p:txBody>
        </p:sp>
        <p:sp>
          <p:nvSpPr>
            <p:cNvPr id="125" name="矩形 13"/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137</a:t>
              </a:r>
            </a:p>
          </p:txBody>
        </p:sp>
        <p:sp>
          <p:nvSpPr>
            <p:cNvPr id="126" name="矩形 13"/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181</a:t>
              </a:r>
            </a:p>
          </p:txBody>
        </p:sp>
        <p:sp>
          <p:nvSpPr>
            <p:cNvPr id="127" name="矩形 13"/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221</a:t>
              </a:r>
            </a:p>
          </p:txBody>
        </p:sp>
        <p:sp>
          <p:nvSpPr>
            <p:cNvPr id="128" name="矩形 13"/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255</a:t>
              </a:r>
            </a:p>
          </p:txBody>
        </p:sp>
      </p:grpSp>
      <p:pic>
        <p:nvPicPr>
          <p:cNvPr id="46" name="图片 45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8082" y="6250494"/>
            <a:ext cx="1390166" cy="41247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  <p:sldLayoutId id="2147483690" r:id="rId15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472" y="6356939"/>
            <a:ext cx="35039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3130"/>
            <a:r>
              <a:rPr lang="en-US" altLang="zh-CN" sz="90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Proprietary - Restricted Distribution</a:t>
            </a:r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734136" y="6402816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89000">
              <a:defRPr/>
            </a:pPr>
            <a:fld id="{C3837181-38C6-AD4F-B8BA-B444770388BB}" type="slidenum">
              <a:rPr lang="en-US" sz="90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/>
          <p:cNvGrpSpPr>
            <a:grpSpLocks noChangeAspect="1"/>
          </p:cNvGrpSpPr>
          <p:nvPr userDrawn="1"/>
        </p:nvGrpSpPr>
        <p:grpSpPr>
          <a:xfrm>
            <a:off x="12290470" y="2625399"/>
            <a:ext cx="1967973" cy="4233515"/>
            <a:chOff x="5343885" y="-48857"/>
            <a:chExt cx="3271316" cy="7037279"/>
          </a:xfrm>
        </p:grpSpPr>
        <p:sp>
          <p:nvSpPr>
            <p:cNvPr id="89" name="矩形 13"/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196/0/84</a:t>
              </a:r>
            </a:p>
          </p:txBody>
        </p:sp>
        <p:sp>
          <p:nvSpPr>
            <p:cNvPr id="90" name="文本框 15"/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3130"/>
              <a:r>
                <a:rPr kumimoji="1" lang="zh-CN" altLang="en-US" sz="8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/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203/55/120</a:t>
              </a:r>
            </a:p>
          </p:txBody>
        </p:sp>
        <p:sp>
          <p:nvSpPr>
            <p:cNvPr id="92" name="矩形 13"/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237/109/0</a:t>
              </a:r>
            </a:p>
          </p:txBody>
        </p:sp>
        <p:sp>
          <p:nvSpPr>
            <p:cNvPr id="93" name="矩形 13"/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153/54/54</a:t>
              </a:r>
            </a:p>
          </p:txBody>
        </p:sp>
        <p:sp>
          <p:nvSpPr>
            <p:cNvPr id="94" name="矩形 13"/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98/178/48</a:t>
              </a:r>
            </a:p>
          </p:txBody>
        </p:sp>
        <p:sp>
          <p:nvSpPr>
            <p:cNvPr id="95" name="矩形 13"/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242/137/68</a:t>
              </a:r>
            </a:p>
          </p:txBody>
        </p:sp>
        <p:sp>
          <p:nvSpPr>
            <p:cNvPr id="96" name="矩形 13"/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185C</a:t>
              </a:r>
            </a:p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199/0/11  </a:t>
              </a:r>
            </a:p>
          </p:txBody>
        </p:sp>
        <p:sp>
          <p:nvSpPr>
            <p:cNvPr id="97" name="文本框 15"/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3130"/>
              <a:r>
                <a:rPr kumimoji="1" lang="zh-CN" altLang="en-US" sz="8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/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186C</a:t>
              </a:r>
            </a:p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200/16/46  </a:t>
              </a:r>
            </a:p>
          </p:txBody>
        </p:sp>
        <p:sp>
          <p:nvSpPr>
            <p:cNvPr id="99" name="矩形 13"/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127/0/1</a:t>
              </a:r>
            </a:p>
          </p:txBody>
        </p:sp>
        <p:sp>
          <p:nvSpPr>
            <p:cNvPr id="100" name="矩形 13"/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52/200/0</a:t>
              </a:r>
            </a:p>
          </p:txBody>
        </p:sp>
        <p:sp>
          <p:nvSpPr>
            <p:cNvPr id="101" name="矩形 13"/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48/181/197</a:t>
              </a:r>
            </a:p>
          </p:txBody>
        </p:sp>
        <p:sp>
          <p:nvSpPr>
            <p:cNvPr id="102" name="矩形 13"/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129/193/95</a:t>
              </a:r>
            </a:p>
          </p:txBody>
        </p:sp>
        <p:sp>
          <p:nvSpPr>
            <p:cNvPr id="103" name="矩形 13"/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253/211/81</a:t>
              </a:r>
            </a:p>
          </p:txBody>
        </p:sp>
        <p:sp>
          <p:nvSpPr>
            <p:cNvPr id="104" name="矩形 13"/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86/196/210</a:t>
              </a:r>
            </a:p>
          </p:txBody>
        </p:sp>
        <p:sp>
          <p:nvSpPr>
            <p:cNvPr id="105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211/57/65</a:t>
              </a:r>
            </a:p>
          </p:txBody>
        </p:sp>
        <p:sp>
          <p:nvSpPr>
            <p:cNvPr id="106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211/56/89</a:t>
              </a:r>
            </a:p>
          </p:txBody>
        </p:sp>
        <p:sp>
          <p:nvSpPr>
            <p:cNvPr id="107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221/128/170</a:t>
              </a:r>
            </a:p>
          </p:txBody>
        </p:sp>
        <p:sp>
          <p:nvSpPr>
            <p:cNvPr id="108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191/128/130</a:t>
              </a:r>
            </a:p>
          </p:txBody>
        </p:sp>
        <p:sp>
          <p:nvSpPr>
            <p:cNvPr id="109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246/183/140</a:t>
              </a:r>
            </a:p>
          </p:txBody>
        </p:sp>
        <p:sp>
          <p:nvSpPr>
            <p:cNvPr id="110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176/216/156</a:t>
              </a:r>
            </a:p>
          </p:txBody>
        </p:sp>
        <p:sp>
          <p:nvSpPr>
            <p:cNvPr id="111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253/227/181</a:t>
              </a:r>
            </a:p>
          </p:txBody>
        </p:sp>
        <p:sp>
          <p:nvSpPr>
            <p:cNvPr id="112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148/218/226</a:t>
              </a:r>
            </a:p>
          </p:txBody>
        </p:sp>
        <p:sp>
          <p:nvSpPr>
            <p:cNvPr id="113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226/129/137</a:t>
              </a:r>
            </a:p>
          </p:txBody>
        </p:sp>
        <p:sp>
          <p:nvSpPr>
            <p:cNvPr id="114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226/129/152</a:t>
              </a:r>
            </a:p>
          </p:txBody>
        </p:sp>
        <p:sp>
          <p:nvSpPr>
            <p:cNvPr id="115" name="矩形 13"/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235/179/204</a:t>
              </a:r>
            </a:p>
          </p:txBody>
        </p:sp>
        <p:sp>
          <p:nvSpPr>
            <p:cNvPr id="116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216/179/179</a:t>
              </a:r>
            </a:p>
          </p:txBody>
        </p:sp>
        <p:sp>
          <p:nvSpPr>
            <p:cNvPr id="117" name="矩形 13"/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250/211/187</a:t>
              </a:r>
            </a:p>
          </p:txBody>
        </p:sp>
        <p:sp>
          <p:nvSpPr>
            <p:cNvPr id="118" name="矩形 13"/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208/232/196</a:t>
              </a:r>
            </a:p>
          </p:txBody>
        </p:sp>
        <p:sp>
          <p:nvSpPr>
            <p:cNvPr id="119" name="矩形 13"/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254/238/193</a:t>
              </a:r>
            </a:p>
          </p:txBody>
        </p:sp>
        <p:sp>
          <p:nvSpPr>
            <p:cNvPr id="120" name="矩形 13"/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190/233/238</a:t>
              </a:r>
            </a:p>
          </p:txBody>
        </p:sp>
        <p:sp>
          <p:nvSpPr>
            <p:cNvPr id="121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239/178/184</a:t>
              </a:r>
            </a:p>
          </p:txBody>
        </p:sp>
        <p:sp>
          <p:nvSpPr>
            <p:cNvPr id="122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238/179/193</a:t>
              </a:r>
            </a:p>
          </p:txBody>
        </p:sp>
        <p:sp>
          <p:nvSpPr>
            <p:cNvPr id="123" name="矩形 13"/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0/0/0</a:t>
              </a:r>
            </a:p>
          </p:txBody>
        </p:sp>
        <p:sp>
          <p:nvSpPr>
            <p:cNvPr id="124" name="矩形 13"/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89/87/87</a:t>
              </a:r>
            </a:p>
          </p:txBody>
        </p:sp>
        <p:sp>
          <p:nvSpPr>
            <p:cNvPr id="125" name="矩形 13"/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</a:t>
              </a:r>
            </a:p>
          </p:txBody>
        </p:sp>
        <p:sp>
          <p:nvSpPr>
            <p:cNvPr id="126" name="矩形 13"/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</a:t>
              </a:r>
            </a:p>
          </p:txBody>
        </p:sp>
        <p:sp>
          <p:nvSpPr>
            <p:cNvPr id="127" name="矩形 13"/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221</a:t>
              </a:r>
            </a:p>
          </p:txBody>
        </p:sp>
        <p:sp>
          <p:nvSpPr>
            <p:cNvPr id="128" name="矩形 13"/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</a:t>
              </a:r>
            </a:p>
          </p:txBody>
        </p:sp>
      </p:grpSp>
      <p:pic>
        <p:nvPicPr>
          <p:cNvPr id="47" name="Picture 4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176" y="6323416"/>
            <a:ext cx="1270800" cy="27502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</p:sldLayoutIdLst>
  <p:hf hdr="0" ftr="0" dt="0"/>
  <p:txStyles>
    <p:titleStyle>
      <a:lvl1pPr algn="l" defTabSz="1185545" rtl="0" eaLnBrk="1" latinLnBrk="0" hangingPunct="1">
        <a:lnSpc>
          <a:spcPct val="90000"/>
        </a:lnSpc>
        <a:spcBef>
          <a:spcPct val="0"/>
        </a:spcBef>
        <a:buNone/>
        <a:defRPr sz="570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545" indent="-296545" algn="l" defTabSz="1185545" rtl="0" eaLnBrk="1" latinLnBrk="0" hangingPunct="1">
        <a:lnSpc>
          <a:spcPct val="90000"/>
        </a:lnSpc>
        <a:spcBef>
          <a:spcPts val="1295"/>
        </a:spcBef>
        <a:buFont typeface="Arial" panose="020B0604020202020204" pitchFamily="34" charset="0"/>
        <a:buChar char="•"/>
        <a:defRPr sz="3630" kern="1200">
          <a:solidFill>
            <a:schemeClr val="tx1"/>
          </a:solidFill>
          <a:latin typeface="+mn-lt"/>
          <a:ea typeface="+mn-ea"/>
          <a:cs typeface="+mn-cs"/>
        </a:defRPr>
      </a:lvl1pPr>
      <a:lvl2pPr marL="889000" indent="-296545" algn="l" defTabSz="118554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5" kern="1200">
          <a:solidFill>
            <a:schemeClr val="tx1"/>
          </a:solidFill>
          <a:latin typeface="+mn-lt"/>
          <a:ea typeface="+mn-ea"/>
          <a:cs typeface="+mn-cs"/>
        </a:defRPr>
      </a:lvl2pPr>
      <a:lvl3pPr marL="1482090" indent="-296545" algn="l" defTabSz="118554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5" kern="1200">
          <a:solidFill>
            <a:schemeClr val="tx1"/>
          </a:solidFill>
          <a:latin typeface="+mn-lt"/>
          <a:ea typeface="+mn-ea"/>
          <a:cs typeface="+mn-cs"/>
        </a:defRPr>
      </a:lvl3pPr>
      <a:lvl4pPr marL="2074545" indent="-296545" algn="l" defTabSz="118554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667000" indent="-296545" algn="l" defTabSz="118554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3260090" indent="-296545" algn="l" defTabSz="118554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852545" indent="-296545" algn="l" defTabSz="118554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445635" indent="-296545" algn="l" defTabSz="118554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5038090" indent="-296545" algn="l" defTabSz="118554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554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1pPr>
      <a:lvl2pPr marL="592455" algn="l" defTabSz="118554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2pPr>
      <a:lvl3pPr marL="1185545" algn="l" defTabSz="118554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3pPr>
      <a:lvl4pPr marL="1778000" algn="l" defTabSz="118554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371090" algn="l" defTabSz="118554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2963545" algn="l" defTabSz="118554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556000" algn="l" defTabSz="118554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149090" algn="l" defTabSz="118554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4741545" algn="l" defTabSz="118554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471" y="6356939"/>
            <a:ext cx="14634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3130"/>
            <a:r>
              <a:rPr lang="en-US" sz="90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368374" y="6402814"/>
            <a:ext cx="62915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89635">
              <a:defRPr/>
            </a:pPr>
            <a:r>
              <a:rPr lang="en-US" altLang="zh-CN" sz="90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Page </a:t>
            </a:r>
            <a:fld id="{C3837181-38C6-AD4F-B8BA-B444770388BB}" type="slidenum">
              <a:rPr lang="en-US" sz="90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r>
              <a:rPr lang="en-US" sz="90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/21</a:t>
            </a:r>
          </a:p>
        </p:txBody>
      </p:sp>
      <p:grpSp>
        <p:nvGrpSpPr>
          <p:cNvPr id="88" name="Group 87"/>
          <p:cNvGrpSpPr>
            <a:grpSpLocks noChangeAspect="1"/>
          </p:cNvGrpSpPr>
          <p:nvPr userDrawn="1"/>
        </p:nvGrpSpPr>
        <p:grpSpPr>
          <a:xfrm>
            <a:off x="12290471" y="2625397"/>
            <a:ext cx="1963323" cy="4233515"/>
            <a:chOff x="5343885" y="-48857"/>
            <a:chExt cx="3263586" cy="7037279"/>
          </a:xfrm>
        </p:grpSpPr>
        <p:sp>
          <p:nvSpPr>
            <p:cNvPr id="89" name="矩形 13"/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196/0/84</a:t>
              </a:r>
            </a:p>
          </p:txBody>
        </p:sp>
        <p:sp>
          <p:nvSpPr>
            <p:cNvPr id="90" name="文本框 15"/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3130"/>
              <a:r>
                <a:rPr kumimoji="1" lang="zh-CN" altLang="en-US" sz="8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/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203/55/120</a:t>
              </a:r>
            </a:p>
          </p:txBody>
        </p:sp>
        <p:sp>
          <p:nvSpPr>
            <p:cNvPr id="92" name="矩形 13"/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237/109/0</a:t>
              </a:r>
            </a:p>
          </p:txBody>
        </p:sp>
        <p:sp>
          <p:nvSpPr>
            <p:cNvPr id="93" name="矩形 13"/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153/54/54</a:t>
              </a:r>
            </a:p>
          </p:txBody>
        </p:sp>
        <p:sp>
          <p:nvSpPr>
            <p:cNvPr id="94" name="矩形 13"/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98/178/48</a:t>
              </a:r>
            </a:p>
          </p:txBody>
        </p:sp>
        <p:sp>
          <p:nvSpPr>
            <p:cNvPr id="95" name="矩形 13"/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242/137/68</a:t>
              </a:r>
            </a:p>
          </p:txBody>
        </p:sp>
        <p:sp>
          <p:nvSpPr>
            <p:cNvPr id="96" name="矩形 13"/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185C</a:t>
              </a:r>
            </a:p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199/0/11  </a:t>
              </a:r>
            </a:p>
          </p:txBody>
        </p:sp>
        <p:sp>
          <p:nvSpPr>
            <p:cNvPr id="97" name="文本框 15"/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3130"/>
              <a:r>
                <a:rPr kumimoji="1" lang="zh-CN" altLang="en-US" sz="8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/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186C</a:t>
              </a:r>
            </a:p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200/16/46  </a:t>
              </a:r>
            </a:p>
          </p:txBody>
        </p:sp>
        <p:sp>
          <p:nvSpPr>
            <p:cNvPr id="99" name="矩形 13"/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127/0/1</a:t>
              </a:r>
            </a:p>
          </p:txBody>
        </p:sp>
        <p:sp>
          <p:nvSpPr>
            <p:cNvPr id="100" name="矩形 13"/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52/200/0</a:t>
              </a:r>
            </a:p>
          </p:txBody>
        </p:sp>
        <p:sp>
          <p:nvSpPr>
            <p:cNvPr id="101" name="矩形 13"/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48/181/197</a:t>
              </a:r>
            </a:p>
          </p:txBody>
        </p:sp>
        <p:sp>
          <p:nvSpPr>
            <p:cNvPr id="102" name="矩形 13"/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129/193/95</a:t>
              </a:r>
            </a:p>
          </p:txBody>
        </p:sp>
        <p:sp>
          <p:nvSpPr>
            <p:cNvPr id="103" name="矩形 13"/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253/211/81</a:t>
              </a:r>
            </a:p>
          </p:txBody>
        </p:sp>
        <p:sp>
          <p:nvSpPr>
            <p:cNvPr id="104" name="矩形 13"/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86/196/210</a:t>
              </a:r>
            </a:p>
          </p:txBody>
        </p:sp>
        <p:sp>
          <p:nvSpPr>
            <p:cNvPr id="105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211/57/65</a:t>
              </a:r>
            </a:p>
          </p:txBody>
        </p:sp>
        <p:sp>
          <p:nvSpPr>
            <p:cNvPr id="106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211/56/89</a:t>
              </a:r>
            </a:p>
          </p:txBody>
        </p:sp>
        <p:sp>
          <p:nvSpPr>
            <p:cNvPr id="107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221/128/170</a:t>
              </a:r>
            </a:p>
          </p:txBody>
        </p:sp>
        <p:sp>
          <p:nvSpPr>
            <p:cNvPr id="108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191/128/130</a:t>
              </a:r>
            </a:p>
          </p:txBody>
        </p:sp>
        <p:sp>
          <p:nvSpPr>
            <p:cNvPr id="109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246/183/140</a:t>
              </a:r>
            </a:p>
          </p:txBody>
        </p:sp>
        <p:sp>
          <p:nvSpPr>
            <p:cNvPr id="110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176/216/156</a:t>
              </a:r>
            </a:p>
          </p:txBody>
        </p:sp>
        <p:sp>
          <p:nvSpPr>
            <p:cNvPr id="111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253/227/181</a:t>
              </a:r>
            </a:p>
          </p:txBody>
        </p:sp>
        <p:sp>
          <p:nvSpPr>
            <p:cNvPr id="112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148/218/226</a:t>
              </a:r>
            </a:p>
          </p:txBody>
        </p:sp>
        <p:sp>
          <p:nvSpPr>
            <p:cNvPr id="113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226/129/137</a:t>
              </a:r>
            </a:p>
          </p:txBody>
        </p:sp>
        <p:sp>
          <p:nvSpPr>
            <p:cNvPr id="114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226/129/152</a:t>
              </a:r>
            </a:p>
          </p:txBody>
        </p:sp>
        <p:sp>
          <p:nvSpPr>
            <p:cNvPr id="115" name="矩形 13"/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235/179/204</a:t>
              </a:r>
            </a:p>
          </p:txBody>
        </p:sp>
        <p:sp>
          <p:nvSpPr>
            <p:cNvPr id="116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216/179/179</a:t>
              </a:r>
            </a:p>
          </p:txBody>
        </p:sp>
        <p:sp>
          <p:nvSpPr>
            <p:cNvPr id="117" name="矩形 13"/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250/211/187</a:t>
              </a:r>
            </a:p>
          </p:txBody>
        </p:sp>
        <p:sp>
          <p:nvSpPr>
            <p:cNvPr id="118" name="矩形 13"/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208/232/196</a:t>
              </a:r>
            </a:p>
          </p:txBody>
        </p:sp>
        <p:sp>
          <p:nvSpPr>
            <p:cNvPr id="119" name="矩形 13"/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254/238/193</a:t>
              </a:r>
            </a:p>
          </p:txBody>
        </p:sp>
        <p:sp>
          <p:nvSpPr>
            <p:cNvPr id="120" name="矩形 13"/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190/23/238</a:t>
              </a:r>
            </a:p>
          </p:txBody>
        </p:sp>
        <p:sp>
          <p:nvSpPr>
            <p:cNvPr id="121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239/178/184</a:t>
              </a:r>
            </a:p>
          </p:txBody>
        </p:sp>
        <p:sp>
          <p:nvSpPr>
            <p:cNvPr id="122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238/179/193</a:t>
              </a:r>
            </a:p>
          </p:txBody>
        </p:sp>
        <p:sp>
          <p:nvSpPr>
            <p:cNvPr id="123" name="矩形 13"/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35/24/21</a:t>
              </a:r>
            </a:p>
          </p:txBody>
        </p:sp>
        <p:sp>
          <p:nvSpPr>
            <p:cNvPr id="124" name="矩形 13"/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89/87/87</a:t>
              </a:r>
            </a:p>
          </p:txBody>
        </p:sp>
        <p:sp>
          <p:nvSpPr>
            <p:cNvPr id="125" name="矩形 13"/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</a:t>
              </a:r>
            </a:p>
          </p:txBody>
        </p:sp>
        <p:sp>
          <p:nvSpPr>
            <p:cNvPr id="126" name="矩形 13"/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</a:t>
              </a:r>
            </a:p>
          </p:txBody>
        </p:sp>
        <p:sp>
          <p:nvSpPr>
            <p:cNvPr id="127" name="矩形 13"/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221</a:t>
              </a:r>
            </a:p>
          </p:txBody>
        </p:sp>
        <p:sp>
          <p:nvSpPr>
            <p:cNvPr id="128" name="矩形 13"/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</a:t>
              </a:r>
            </a:p>
          </p:txBody>
        </p:sp>
      </p:grpSp>
      <p:pic>
        <p:nvPicPr>
          <p:cNvPr id="47" name="Picture 4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176" y="6323416"/>
            <a:ext cx="1270800" cy="27502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6180" rtl="0" eaLnBrk="1" latinLnBrk="0" hangingPunct="1">
        <a:lnSpc>
          <a:spcPct val="90000"/>
        </a:lnSpc>
        <a:spcBef>
          <a:spcPct val="0"/>
        </a:spcBef>
        <a:buNone/>
        <a:defRPr sz="57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545" indent="-296545" algn="l" defTabSz="1186180" rtl="0" eaLnBrk="1" latinLnBrk="0" hangingPunct="1">
        <a:lnSpc>
          <a:spcPct val="90000"/>
        </a:lnSpc>
        <a:spcBef>
          <a:spcPts val="1295"/>
        </a:spcBef>
        <a:buFont typeface="Arial" panose="020B0604020202020204" pitchFamily="34" charset="0"/>
        <a:buChar char="•"/>
        <a:defRPr sz="3630" kern="1200">
          <a:solidFill>
            <a:schemeClr val="tx1"/>
          </a:solidFill>
          <a:latin typeface="+mn-lt"/>
          <a:ea typeface="+mn-ea"/>
          <a:cs typeface="+mn-cs"/>
        </a:defRPr>
      </a:lvl1pPr>
      <a:lvl2pPr marL="889635" indent="-296545" algn="l" defTabSz="118618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5" kern="1200">
          <a:solidFill>
            <a:schemeClr val="tx1"/>
          </a:solidFill>
          <a:latin typeface="+mn-lt"/>
          <a:ea typeface="+mn-ea"/>
          <a:cs typeface="+mn-cs"/>
        </a:defRPr>
      </a:lvl2pPr>
      <a:lvl3pPr marL="1482090" indent="-296545" algn="l" defTabSz="118618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5" kern="1200">
          <a:solidFill>
            <a:schemeClr val="tx1"/>
          </a:solidFill>
          <a:latin typeface="+mn-lt"/>
          <a:ea typeface="+mn-ea"/>
          <a:cs typeface="+mn-cs"/>
        </a:defRPr>
      </a:lvl3pPr>
      <a:lvl4pPr marL="2075180" indent="-296545" algn="l" defTabSz="118618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668270" indent="-296545" algn="l" defTabSz="118618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3261360" indent="-296545" algn="l" defTabSz="118618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854450" indent="-296545" algn="l" defTabSz="118618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446905" indent="-296545" algn="l" defTabSz="118618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5039995" indent="-296545" algn="l" defTabSz="118618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618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1pPr>
      <a:lvl2pPr marL="593090" algn="l" defTabSz="118618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2pPr>
      <a:lvl3pPr marL="1186180" algn="l" defTabSz="118618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3pPr>
      <a:lvl4pPr marL="1778635" algn="l" defTabSz="118618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371725" algn="l" defTabSz="118618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2964815" algn="l" defTabSz="118618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557905" algn="l" defTabSz="118618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150360" algn="l" defTabSz="118618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4743450" algn="l" defTabSz="118618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473" y="6356939"/>
            <a:ext cx="14634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2495"/>
            <a:r>
              <a:rPr lang="en-US" sz="90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368376" y="6402818"/>
            <a:ext cx="62915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89000">
              <a:defRPr/>
            </a:pPr>
            <a:r>
              <a:rPr lang="en-US" altLang="zh-CN" sz="90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Page </a:t>
            </a:r>
            <a:fld id="{C3837181-38C6-AD4F-B8BA-B444770388BB}" type="slidenum">
              <a:rPr lang="en-US" sz="90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r>
              <a:rPr lang="en-US" sz="90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/21</a:t>
            </a:r>
          </a:p>
        </p:txBody>
      </p:sp>
      <p:grpSp>
        <p:nvGrpSpPr>
          <p:cNvPr id="88" name="Group 87"/>
          <p:cNvGrpSpPr>
            <a:grpSpLocks noChangeAspect="1"/>
          </p:cNvGrpSpPr>
          <p:nvPr userDrawn="1"/>
        </p:nvGrpSpPr>
        <p:grpSpPr>
          <a:xfrm>
            <a:off x="12290471" y="2625401"/>
            <a:ext cx="1963323" cy="4233515"/>
            <a:chOff x="5343885" y="-48857"/>
            <a:chExt cx="3263586" cy="7037279"/>
          </a:xfrm>
        </p:grpSpPr>
        <p:sp>
          <p:nvSpPr>
            <p:cNvPr id="89" name="矩形 13"/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196/0/84</a:t>
              </a:r>
            </a:p>
          </p:txBody>
        </p:sp>
        <p:sp>
          <p:nvSpPr>
            <p:cNvPr id="90" name="文本框 15"/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2495"/>
              <a:r>
                <a:rPr kumimoji="1" lang="zh-CN" altLang="en-US" sz="8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/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203/55/120</a:t>
              </a:r>
            </a:p>
          </p:txBody>
        </p:sp>
        <p:sp>
          <p:nvSpPr>
            <p:cNvPr id="92" name="矩形 13"/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237/109/0</a:t>
              </a:r>
            </a:p>
          </p:txBody>
        </p:sp>
        <p:sp>
          <p:nvSpPr>
            <p:cNvPr id="93" name="矩形 13"/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153/54/54</a:t>
              </a:r>
            </a:p>
          </p:txBody>
        </p:sp>
        <p:sp>
          <p:nvSpPr>
            <p:cNvPr id="94" name="矩形 13"/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98/178/48</a:t>
              </a:r>
            </a:p>
          </p:txBody>
        </p:sp>
        <p:sp>
          <p:nvSpPr>
            <p:cNvPr id="95" name="矩形 13"/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242/137/68</a:t>
              </a:r>
            </a:p>
          </p:txBody>
        </p:sp>
        <p:sp>
          <p:nvSpPr>
            <p:cNvPr id="96" name="矩形 13"/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185C</a:t>
              </a:r>
            </a:p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199/0/11  </a:t>
              </a:r>
            </a:p>
          </p:txBody>
        </p:sp>
        <p:sp>
          <p:nvSpPr>
            <p:cNvPr id="97" name="文本框 15"/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2495"/>
              <a:r>
                <a:rPr kumimoji="1" lang="zh-CN" altLang="en-US" sz="8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/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186C</a:t>
              </a:r>
            </a:p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200/16/46  </a:t>
              </a:r>
            </a:p>
          </p:txBody>
        </p:sp>
        <p:sp>
          <p:nvSpPr>
            <p:cNvPr id="99" name="矩形 13"/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127/0/1</a:t>
              </a:r>
            </a:p>
          </p:txBody>
        </p:sp>
        <p:sp>
          <p:nvSpPr>
            <p:cNvPr id="100" name="矩形 13"/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52/200/0</a:t>
              </a:r>
            </a:p>
          </p:txBody>
        </p:sp>
        <p:sp>
          <p:nvSpPr>
            <p:cNvPr id="101" name="矩形 13"/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48/181/197</a:t>
              </a:r>
            </a:p>
          </p:txBody>
        </p:sp>
        <p:sp>
          <p:nvSpPr>
            <p:cNvPr id="102" name="矩形 13"/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129/193/95</a:t>
              </a:r>
            </a:p>
          </p:txBody>
        </p:sp>
        <p:sp>
          <p:nvSpPr>
            <p:cNvPr id="103" name="矩形 13"/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253/211/81</a:t>
              </a:r>
            </a:p>
          </p:txBody>
        </p:sp>
        <p:sp>
          <p:nvSpPr>
            <p:cNvPr id="104" name="矩形 13"/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86/196/210</a:t>
              </a:r>
            </a:p>
          </p:txBody>
        </p:sp>
        <p:sp>
          <p:nvSpPr>
            <p:cNvPr id="105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211/57/65</a:t>
              </a:r>
            </a:p>
          </p:txBody>
        </p:sp>
        <p:sp>
          <p:nvSpPr>
            <p:cNvPr id="106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211/56/89</a:t>
              </a:r>
            </a:p>
          </p:txBody>
        </p:sp>
        <p:sp>
          <p:nvSpPr>
            <p:cNvPr id="107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221/128/170</a:t>
              </a:r>
            </a:p>
          </p:txBody>
        </p:sp>
        <p:sp>
          <p:nvSpPr>
            <p:cNvPr id="108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191/128/130</a:t>
              </a:r>
            </a:p>
          </p:txBody>
        </p:sp>
        <p:sp>
          <p:nvSpPr>
            <p:cNvPr id="109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246/183/140</a:t>
              </a:r>
            </a:p>
          </p:txBody>
        </p:sp>
        <p:sp>
          <p:nvSpPr>
            <p:cNvPr id="110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176/216/156</a:t>
              </a:r>
            </a:p>
          </p:txBody>
        </p:sp>
        <p:sp>
          <p:nvSpPr>
            <p:cNvPr id="111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253/227/181</a:t>
              </a:r>
            </a:p>
          </p:txBody>
        </p:sp>
        <p:sp>
          <p:nvSpPr>
            <p:cNvPr id="112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148/218/226</a:t>
              </a:r>
            </a:p>
          </p:txBody>
        </p:sp>
        <p:sp>
          <p:nvSpPr>
            <p:cNvPr id="113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226/129/137</a:t>
              </a:r>
            </a:p>
          </p:txBody>
        </p:sp>
        <p:sp>
          <p:nvSpPr>
            <p:cNvPr id="114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226/129/152</a:t>
              </a:r>
            </a:p>
          </p:txBody>
        </p:sp>
        <p:sp>
          <p:nvSpPr>
            <p:cNvPr id="115" name="矩形 13"/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235/179/204</a:t>
              </a:r>
            </a:p>
          </p:txBody>
        </p:sp>
        <p:sp>
          <p:nvSpPr>
            <p:cNvPr id="116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216/179/179</a:t>
              </a:r>
            </a:p>
          </p:txBody>
        </p:sp>
        <p:sp>
          <p:nvSpPr>
            <p:cNvPr id="117" name="矩形 13"/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250/211/187</a:t>
              </a:r>
            </a:p>
          </p:txBody>
        </p:sp>
        <p:sp>
          <p:nvSpPr>
            <p:cNvPr id="118" name="矩形 13"/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208/232/196</a:t>
              </a:r>
            </a:p>
          </p:txBody>
        </p:sp>
        <p:sp>
          <p:nvSpPr>
            <p:cNvPr id="119" name="矩形 13"/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254/238/193</a:t>
              </a:r>
            </a:p>
          </p:txBody>
        </p:sp>
        <p:sp>
          <p:nvSpPr>
            <p:cNvPr id="120" name="矩形 13"/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190/23/238</a:t>
              </a:r>
            </a:p>
          </p:txBody>
        </p:sp>
        <p:sp>
          <p:nvSpPr>
            <p:cNvPr id="121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239/178/184</a:t>
              </a:r>
            </a:p>
          </p:txBody>
        </p:sp>
        <p:sp>
          <p:nvSpPr>
            <p:cNvPr id="122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238/179/193</a:t>
              </a:r>
            </a:p>
          </p:txBody>
        </p:sp>
        <p:sp>
          <p:nvSpPr>
            <p:cNvPr id="123" name="矩形 13"/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35/24/21</a:t>
              </a:r>
            </a:p>
          </p:txBody>
        </p:sp>
        <p:sp>
          <p:nvSpPr>
            <p:cNvPr id="124" name="矩形 13"/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89/87/87</a:t>
              </a:r>
            </a:p>
          </p:txBody>
        </p:sp>
        <p:sp>
          <p:nvSpPr>
            <p:cNvPr id="125" name="矩形 13"/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</a:t>
              </a:r>
            </a:p>
          </p:txBody>
        </p:sp>
        <p:sp>
          <p:nvSpPr>
            <p:cNvPr id="126" name="矩形 13"/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</a:t>
              </a:r>
            </a:p>
          </p:txBody>
        </p:sp>
        <p:sp>
          <p:nvSpPr>
            <p:cNvPr id="127" name="矩形 13"/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221</a:t>
              </a:r>
            </a:p>
          </p:txBody>
        </p:sp>
        <p:sp>
          <p:nvSpPr>
            <p:cNvPr id="128" name="矩形 13"/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</a:t>
              </a:r>
            </a:p>
          </p:txBody>
        </p:sp>
      </p:grpSp>
      <p:pic>
        <p:nvPicPr>
          <p:cNvPr id="47" name="Picture 4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176" y="6323416"/>
            <a:ext cx="1270800" cy="27502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</p:sldLayoutIdLst>
  <p:hf hdr="0" ftr="0" dt="0"/>
  <p:txStyles>
    <p:titleStyle>
      <a:lvl1pPr algn="l" defTabSz="1184910" rtl="0" eaLnBrk="1" latinLnBrk="0" hangingPunct="1">
        <a:lnSpc>
          <a:spcPct val="90000"/>
        </a:lnSpc>
        <a:spcBef>
          <a:spcPct val="0"/>
        </a:spcBef>
        <a:buNone/>
        <a:defRPr sz="570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545" indent="-296545" algn="l" defTabSz="1184910" rtl="0" eaLnBrk="1" latinLnBrk="0" hangingPunct="1">
        <a:lnSpc>
          <a:spcPct val="90000"/>
        </a:lnSpc>
        <a:spcBef>
          <a:spcPts val="1295"/>
        </a:spcBef>
        <a:buFont typeface="Arial" panose="020B0604020202020204" pitchFamily="34" charset="0"/>
        <a:buChar char="•"/>
        <a:defRPr sz="3630" kern="1200">
          <a:solidFill>
            <a:schemeClr val="tx1"/>
          </a:solidFill>
          <a:latin typeface="+mn-lt"/>
          <a:ea typeface="+mn-ea"/>
          <a:cs typeface="+mn-cs"/>
        </a:defRPr>
      </a:lvl1pPr>
      <a:lvl2pPr marL="889000" indent="-296545" algn="l" defTabSz="118491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0" kern="1200">
          <a:solidFill>
            <a:schemeClr val="tx1"/>
          </a:solidFill>
          <a:latin typeface="+mn-lt"/>
          <a:ea typeface="+mn-ea"/>
          <a:cs typeface="+mn-cs"/>
        </a:defRPr>
      </a:lvl2pPr>
      <a:lvl3pPr marL="1481455" indent="-296545" algn="l" defTabSz="118491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0" kern="1200">
          <a:solidFill>
            <a:schemeClr val="tx1"/>
          </a:solidFill>
          <a:latin typeface="+mn-lt"/>
          <a:ea typeface="+mn-ea"/>
          <a:cs typeface="+mn-cs"/>
        </a:defRPr>
      </a:lvl3pPr>
      <a:lvl4pPr marL="2073910" indent="-296545" algn="l" defTabSz="118491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0" kern="1200">
          <a:solidFill>
            <a:schemeClr val="tx1"/>
          </a:solidFill>
          <a:latin typeface="+mn-lt"/>
          <a:ea typeface="+mn-ea"/>
          <a:cs typeface="+mn-cs"/>
        </a:defRPr>
      </a:lvl4pPr>
      <a:lvl5pPr marL="2666365" indent="-296545" algn="l" defTabSz="118491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0" kern="1200">
          <a:solidFill>
            <a:schemeClr val="tx1"/>
          </a:solidFill>
          <a:latin typeface="+mn-lt"/>
          <a:ea typeface="+mn-ea"/>
          <a:cs typeface="+mn-cs"/>
        </a:defRPr>
      </a:lvl5pPr>
      <a:lvl6pPr marL="3258820" indent="-296545" algn="l" defTabSz="118491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0" kern="1200">
          <a:solidFill>
            <a:schemeClr val="tx1"/>
          </a:solidFill>
          <a:latin typeface="+mn-lt"/>
          <a:ea typeface="+mn-ea"/>
          <a:cs typeface="+mn-cs"/>
        </a:defRPr>
      </a:lvl6pPr>
      <a:lvl7pPr marL="3851275" indent="-296545" algn="l" defTabSz="118491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0" kern="1200">
          <a:solidFill>
            <a:schemeClr val="tx1"/>
          </a:solidFill>
          <a:latin typeface="+mn-lt"/>
          <a:ea typeface="+mn-ea"/>
          <a:cs typeface="+mn-cs"/>
        </a:defRPr>
      </a:lvl7pPr>
      <a:lvl8pPr marL="4443730" indent="-296545" algn="l" defTabSz="118491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0" kern="1200">
          <a:solidFill>
            <a:schemeClr val="tx1"/>
          </a:solidFill>
          <a:latin typeface="+mn-lt"/>
          <a:ea typeface="+mn-ea"/>
          <a:cs typeface="+mn-cs"/>
        </a:defRPr>
      </a:lvl8pPr>
      <a:lvl9pPr marL="5036185" indent="-296545" algn="l" defTabSz="118491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4910" rtl="0" eaLnBrk="1" latinLnBrk="0" hangingPunct="1">
        <a:defRPr sz="2330" kern="1200">
          <a:solidFill>
            <a:schemeClr val="tx1"/>
          </a:solidFill>
          <a:latin typeface="+mn-lt"/>
          <a:ea typeface="+mn-ea"/>
          <a:cs typeface="+mn-cs"/>
        </a:defRPr>
      </a:lvl1pPr>
      <a:lvl2pPr marL="592455" algn="l" defTabSz="1184910" rtl="0" eaLnBrk="1" latinLnBrk="0" hangingPunct="1">
        <a:defRPr sz="2330" kern="1200">
          <a:solidFill>
            <a:schemeClr val="tx1"/>
          </a:solidFill>
          <a:latin typeface="+mn-lt"/>
          <a:ea typeface="+mn-ea"/>
          <a:cs typeface="+mn-cs"/>
        </a:defRPr>
      </a:lvl2pPr>
      <a:lvl3pPr marL="1184910" algn="l" defTabSz="1184910" rtl="0" eaLnBrk="1" latinLnBrk="0" hangingPunct="1">
        <a:defRPr sz="2330" kern="1200">
          <a:solidFill>
            <a:schemeClr val="tx1"/>
          </a:solidFill>
          <a:latin typeface="+mn-lt"/>
          <a:ea typeface="+mn-ea"/>
          <a:cs typeface="+mn-cs"/>
        </a:defRPr>
      </a:lvl3pPr>
      <a:lvl4pPr marL="1777365" algn="l" defTabSz="1184910" rtl="0" eaLnBrk="1" latinLnBrk="0" hangingPunct="1">
        <a:defRPr sz="2330" kern="1200">
          <a:solidFill>
            <a:schemeClr val="tx1"/>
          </a:solidFill>
          <a:latin typeface="+mn-lt"/>
          <a:ea typeface="+mn-ea"/>
          <a:cs typeface="+mn-cs"/>
        </a:defRPr>
      </a:lvl4pPr>
      <a:lvl5pPr marL="2369820" algn="l" defTabSz="1184910" rtl="0" eaLnBrk="1" latinLnBrk="0" hangingPunct="1">
        <a:defRPr sz="2330" kern="1200">
          <a:solidFill>
            <a:schemeClr val="tx1"/>
          </a:solidFill>
          <a:latin typeface="+mn-lt"/>
          <a:ea typeface="+mn-ea"/>
          <a:cs typeface="+mn-cs"/>
        </a:defRPr>
      </a:lvl5pPr>
      <a:lvl6pPr marL="2962275" algn="l" defTabSz="1184910" rtl="0" eaLnBrk="1" latinLnBrk="0" hangingPunct="1">
        <a:defRPr sz="2330" kern="1200">
          <a:solidFill>
            <a:schemeClr val="tx1"/>
          </a:solidFill>
          <a:latin typeface="+mn-lt"/>
          <a:ea typeface="+mn-ea"/>
          <a:cs typeface="+mn-cs"/>
        </a:defRPr>
      </a:lvl6pPr>
      <a:lvl7pPr marL="3554730" algn="l" defTabSz="1184910" rtl="0" eaLnBrk="1" latinLnBrk="0" hangingPunct="1">
        <a:defRPr sz="2330" kern="1200">
          <a:solidFill>
            <a:schemeClr val="tx1"/>
          </a:solidFill>
          <a:latin typeface="+mn-lt"/>
          <a:ea typeface="+mn-ea"/>
          <a:cs typeface="+mn-cs"/>
        </a:defRPr>
      </a:lvl7pPr>
      <a:lvl8pPr marL="4147185" algn="l" defTabSz="1184910" rtl="0" eaLnBrk="1" latinLnBrk="0" hangingPunct="1">
        <a:defRPr sz="2330" kern="1200">
          <a:solidFill>
            <a:schemeClr val="tx1"/>
          </a:solidFill>
          <a:latin typeface="+mn-lt"/>
          <a:ea typeface="+mn-ea"/>
          <a:cs typeface="+mn-cs"/>
        </a:defRPr>
      </a:lvl8pPr>
      <a:lvl9pPr marL="4739640" algn="l" defTabSz="1184910" rtl="0" eaLnBrk="1" latinLnBrk="0" hangingPunct="1">
        <a:defRPr sz="23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467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75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905">
              <a:defRPr/>
            </a:pPr>
            <a:fld id="{C3837181-38C6-AD4F-B8BA-B444770388BB}" type="slidenum">
              <a:rPr lang="en-US" sz="975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975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9" y="6319870"/>
            <a:ext cx="1269075" cy="271153"/>
          </a:xfrm>
          <a:prstGeom prst="rect">
            <a:avLst/>
          </a:prstGeom>
        </p:spPr>
      </p:pic>
      <p:grpSp>
        <p:nvGrpSpPr>
          <p:cNvPr id="25" name="组合 24"/>
          <p:cNvGrpSpPr/>
          <p:nvPr userDrawn="1"/>
        </p:nvGrpSpPr>
        <p:grpSpPr>
          <a:xfrm>
            <a:off x="12216278" y="2931937"/>
            <a:ext cx="1982916" cy="3934682"/>
            <a:chOff x="12216278" y="2262477"/>
            <a:chExt cx="1982916" cy="4604143"/>
          </a:xfrm>
        </p:grpSpPr>
        <p:grpSp>
          <p:nvGrpSpPr>
            <p:cNvPr id="26" name="组合 25"/>
            <p:cNvGrpSpPr/>
            <p:nvPr userDrawn="1"/>
          </p:nvGrpSpPr>
          <p:grpSpPr>
            <a:xfrm>
              <a:off x="12315635" y="2262477"/>
              <a:ext cx="1883559" cy="692624"/>
              <a:chOff x="12315635" y="2207613"/>
              <a:chExt cx="1883559" cy="692624"/>
            </a:xfrm>
          </p:grpSpPr>
          <p:sp>
            <p:nvSpPr>
              <p:cNvPr id="44" name="矩形 5"/>
              <p:cNvSpPr/>
              <p:nvPr userDrawn="1"/>
            </p:nvSpPr>
            <p:spPr>
              <a:xfrm>
                <a:off x="12315635" y="2401808"/>
                <a:ext cx="911019" cy="498429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kumimoji="1" lang="en-US" altLang="en-US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ANTONE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186C</a:t>
                </a:r>
              </a:p>
              <a:p>
                <a:pPr algn="ctr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200/16/46</a:t>
                </a:r>
              </a:p>
            </p:txBody>
          </p:sp>
          <p:sp>
            <p:nvSpPr>
              <p:cNvPr id="45" name="矩形 9"/>
              <p:cNvSpPr/>
              <p:nvPr userDrawn="1"/>
            </p:nvSpPr>
            <p:spPr>
              <a:xfrm>
                <a:off x="13288175" y="2401808"/>
                <a:ext cx="911019" cy="498429"/>
              </a:xfrm>
              <a:prstGeom prst="rect">
                <a:avLst/>
              </a:prstGeom>
              <a:solidFill>
                <a:srgbClr val="C7000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kumimoji="1" lang="en-US" altLang="en-US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ANTONE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185C</a:t>
                </a:r>
              </a:p>
              <a:p>
                <a:pPr algn="ctr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199/0/11</a:t>
                </a:r>
              </a:p>
            </p:txBody>
          </p:sp>
          <p:sp>
            <p:nvSpPr>
              <p:cNvPr id="46" name="文本框 31"/>
              <p:cNvSpPr txBox="1"/>
              <p:nvPr userDrawn="1"/>
            </p:nvSpPr>
            <p:spPr>
              <a:xfrm>
                <a:off x="12326898" y="2207613"/>
                <a:ext cx="38472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kumimoji="1" lang="zh-CN" altLang="en-US" sz="1000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品牌色</a:t>
                </a:r>
              </a:p>
            </p:txBody>
          </p:sp>
        </p:grpSp>
        <p:grpSp>
          <p:nvGrpSpPr>
            <p:cNvPr id="27" name="组合 26"/>
            <p:cNvGrpSpPr/>
            <p:nvPr userDrawn="1"/>
          </p:nvGrpSpPr>
          <p:grpSpPr>
            <a:xfrm>
              <a:off x="12216278" y="3080825"/>
              <a:ext cx="1982912" cy="3785795"/>
              <a:chOff x="12216278" y="3080825"/>
              <a:chExt cx="1982912" cy="3785795"/>
            </a:xfrm>
          </p:grpSpPr>
          <p:sp>
            <p:nvSpPr>
              <p:cNvPr id="28" name="矩形 12"/>
              <p:cNvSpPr/>
              <p:nvPr userDrawn="1"/>
            </p:nvSpPr>
            <p:spPr>
              <a:xfrm>
                <a:off x="12315640" y="3785971"/>
                <a:ext cx="885201" cy="462672"/>
              </a:xfrm>
              <a:prstGeom prst="rect">
                <a:avLst/>
              </a:prstGeom>
              <a:solidFill>
                <a:srgbClr val="EA5A4F"/>
              </a:solidFill>
              <a:ln>
                <a:solidFill>
                  <a:srgbClr val="EA5A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234/90/79</a:t>
                </a:r>
              </a:p>
            </p:txBody>
          </p:sp>
          <p:sp>
            <p:nvSpPr>
              <p:cNvPr id="29" name="矩形 13"/>
              <p:cNvSpPr/>
              <p:nvPr userDrawn="1"/>
            </p:nvSpPr>
            <p:spPr>
              <a:xfrm>
                <a:off x="12315640" y="3259312"/>
                <a:ext cx="885201" cy="462672"/>
              </a:xfrm>
              <a:prstGeom prst="rect">
                <a:avLst/>
              </a:prstGeom>
              <a:solidFill>
                <a:srgbClr val="78000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120/0/15</a:t>
                </a:r>
              </a:p>
            </p:txBody>
          </p:sp>
          <p:sp>
            <p:nvSpPr>
              <p:cNvPr id="30" name="文本框 15"/>
              <p:cNvSpPr txBox="1"/>
              <p:nvPr userDrawn="1"/>
            </p:nvSpPr>
            <p:spPr>
              <a:xfrm>
                <a:off x="12216278" y="3080825"/>
                <a:ext cx="569387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 anchorCtr="0">
                <a:spAutoFit/>
              </a:bodyPr>
              <a:lstStyle/>
              <a:p>
                <a:pPr algn="ctr"/>
                <a:r>
                  <a:rPr kumimoji="1" lang="zh-CN" altLang="en-US" sz="1000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辅助色</a:t>
                </a:r>
              </a:p>
            </p:txBody>
          </p:sp>
          <p:sp>
            <p:nvSpPr>
              <p:cNvPr id="31" name="矩形 16"/>
              <p:cNvSpPr/>
              <p:nvPr userDrawn="1"/>
            </p:nvSpPr>
            <p:spPr>
              <a:xfrm>
                <a:off x="12315640" y="4836793"/>
                <a:ext cx="885201" cy="462672"/>
              </a:xfrm>
              <a:prstGeom prst="rect">
                <a:avLst/>
              </a:prstGeom>
              <a:solidFill>
                <a:srgbClr val="F8B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248/181/60</a:t>
                </a:r>
              </a:p>
            </p:txBody>
          </p:sp>
          <p:sp>
            <p:nvSpPr>
              <p:cNvPr id="32" name="矩形 17"/>
              <p:cNvSpPr/>
              <p:nvPr userDrawn="1"/>
            </p:nvSpPr>
            <p:spPr>
              <a:xfrm>
                <a:off x="12315640" y="4319278"/>
                <a:ext cx="885201" cy="462672"/>
              </a:xfrm>
              <a:prstGeom prst="rect">
                <a:avLst/>
              </a:prstGeom>
              <a:solidFill>
                <a:srgbClr val="EB5C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235/92/1</a:t>
                </a:r>
              </a:p>
            </p:txBody>
          </p:sp>
          <p:sp>
            <p:nvSpPr>
              <p:cNvPr id="33" name="矩形 18"/>
              <p:cNvSpPr/>
              <p:nvPr userDrawn="1"/>
            </p:nvSpPr>
            <p:spPr>
              <a:xfrm>
                <a:off x="12315636" y="5880294"/>
                <a:ext cx="911019" cy="462672"/>
              </a:xfrm>
              <a:prstGeom prst="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137/137/137</a:t>
                </a:r>
              </a:p>
            </p:txBody>
          </p:sp>
          <p:sp>
            <p:nvSpPr>
              <p:cNvPr id="34" name="矩形 19"/>
              <p:cNvSpPr/>
              <p:nvPr userDrawn="1"/>
            </p:nvSpPr>
            <p:spPr>
              <a:xfrm>
                <a:off x="12315636" y="5362779"/>
                <a:ext cx="911019" cy="462672"/>
              </a:xfrm>
              <a:prstGeom prst="rect">
                <a:avLst/>
              </a:prstGeom>
              <a:solidFill>
                <a:srgbClr val="2318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35/24/21</a:t>
                </a:r>
              </a:p>
            </p:txBody>
          </p:sp>
          <p:sp>
            <p:nvSpPr>
              <p:cNvPr id="35" name="矩形 22"/>
              <p:cNvSpPr/>
              <p:nvPr userDrawn="1"/>
            </p:nvSpPr>
            <p:spPr>
              <a:xfrm>
                <a:off x="12315636" y="6403948"/>
                <a:ext cx="911019" cy="462672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221/221/221</a:t>
                </a:r>
              </a:p>
            </p:txBody>
          </p:sp>
          <p:sp>
            <p:nvSpPr>
              <p:cNvPr id="36" name="矩形 12"/>
              <p:cNvSpPr/>
              <p:nvPr userDrawn="1"/>
            </p:nvSpPr>
            <p:spPr>
              <a:xfrm>
                <a:off x="13288175" y="3785971"/>
                <a:ext cx="885201" cy="462672"/>
              </a:xfrm>
              <a:prstGeom prst="rect">
                <a:avLst/>
              </a:prstGeom>
              <a:solidFill>
                <a:srgbClr val="E98C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233/140/128</a:t>
                </a:r>
              </a:p>
            </p:txBody>
          </p:sp>
          <p:sp>
            <p:nvSpPr>
              <p:cNvPr id="37" name="矩形 13"/>
              <p:cNvSpPr/>
              <p:nvPr userDrawn="1"/>
            </p:nvSpPr>
            <p:spPr>
              <a:xfrm>
                <a:off x="13288175" y="3259312"/>
                <a:ext cx="885201" cy="462672"/>
              </a:xfrm>
              <a:prstGeom prst="rect">
                <a:avLst/>
              </a:prstGeom>
              <a:solidFill>
                <a:srgbClr val="A72126"/>
              </a:solidFill>
              <a:ln>
                <a:solidFill>
                  <a:srgbClr val="9F000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159/0/1</a:t>
                </a:r>
              </a:p>
            </p:txBody>
          </p:sp>
          <p:sp>
            <p:nvSpPr>
              <p:cNvPr id="38" name="矩形 16"/>
              <p:cNvSpPr/>
              <p:nvPr userDrawn="1"/>
            </p:nvSpPr>
            <p:spPr>
              <a:xfrm>
                <a:off x="13288175" y="4836793"/>
                <a:ext cx="885201" cy="462672"/>
              </a:xfrm>
              <a:prstGeom prst="rect">
                <a:avLst/>
              </a:prstGeom>
              <a:solidFill>
                <a:srgbClr val="F5DC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245/220/87</a:t>
                </a:r>
              </a:p>
            </p:txBody>
          </p:sp>
          <p:sp>
            <p:nvSpPr>
              <p:cNvPr id="39" name="矩形 17"/>
              <p:cNvSpPr/>
              <p:nvPr userDrawn="1"/>
            </p:nvSpPr>
            <p:spPr>
              <a:xfrm>
                <a:off x="13288175" y="4319278"/>
                <a:ext cx="885201" cy="462672"/>
              </a:xfrm>
              <a:prstGeom prst="rect">
                <a:avLst/>
              </a:prstGeom>
              <a:solidFill>
                <a:srgbClr val="F085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240/133/0</a:t>
                </a:r>
              </a:p>
            </p:txBody>
          </p:sp>
          <p:sp>
            <p:nvSpPr>
              <p:cNvPr id="40" name="矩形 18"/>
              <p:cNvSpPr/>
              <p:nvPr userDrawn="1"/>
            </p:nvSpPr>
            <p:spPr>
              <a:xfrm>
                <a:off x="13288171" y="5880294"/>
                <a:ext cx="911019" cy="462672"/>
              </a:xfrm>
              <a:prstGeom prst="rect">
                <a:avLst/>
              </a:prstGeom>
              <a:solidFill>
                <a:srgbClr val="B5B5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181/181/181</a:t>
                </a:r>
              </a:p>
            </p:txBody>
          </p:sp>
          <p:sp>
            <p:nvSpPr>
              <p:cNvPr id="42" name="矩形 19"/>
              <p:cNvSpPr/>
              <p:nvPr userDrawn="1"/>
            </p:nvSpPr>
            <p:spPr>
              <a:xfrm>
                <a:off x="13288171" y="5362779"/>
                <a:ext cx="911019" cy="462672"/>
              </a:xfrm>
              <a:prstGeom prst="rect">
                <a:avLst/>
              </a:prstGeom>
              <a:solidFill>
                <a:srgbClr val="595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89/87/87</a:t>
                </a:r>
              </a:p>
            </p:txBody>
          </p:sp>
          <p:sp>
            <p:nvSpPr>
              <p:cNvPr id="43" name="矩形 22"/>
              <p:cNvSpPr/>
              <p:nvPr userDrawn="1"/>
            </p:nvSpPr>
            <p:spPr>
              <a:xfrm>
                <a:off x="13288171" y="6403948"/>
                <a:ext cx="911019" cy="4626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255/255/255</a:t>
                </a:r>
              </a:p>
            </p:txBody>
          </p:sp>
        </p:grp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467" y="6356939"/>
            <a:ext cx="35039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0" kern="1200" baseline="0" dirty="0">
                <a:solidFill>
                  <a:srgbClr val="1D1D1B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Huawei Proprietary - Restricted Distribution</a:t>
            </a:r>
            <a:endParaRPr lang="en-US" sz="900" b="0" kern="1200" baseline="0" dirty="0">
              <a:solidFill>
                <a:srgbClr val="1D1D1B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734131" y="6402806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/>
          <p:cNvGrpSpPr>
            <a:grpSpLocks noChangeAspect="1"/>
          </p:cNvGrpSpPr>
          <p:nvPr userDrawn="1"/>
        </p:nvGrpSpPr>
        <p:grpSpPr>
          <a:xfrm>
            <a:off x="12290470" y="2625389"/>
            <a:ext cx="1967973" cy="4233515"/>
            <a:chOff x="5343885" y="-48857"/>
            <a:chExt cx="3271316" cy="7037279"/>
          </a:xfrm>
        </p:grpSpPr>
        <p:sp>
          <p:nvSpPr>
            <p:cNvPr id="89" name="矩形 13"/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196/0/84</a:t>
              </a:r>
            </a:p>
          </p:txBody>
        </p:sp>
        <p:sp>
          <p:nvSpPr>
            <p:cNvPr id="90" name="文本框 15"/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/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203/55/120</a:t>
              </a:r>
            </a:p>
          </p:txBody>
        </p:sp>
        <p:sp>
          <p:nvSpPr>
            <p:cNvPr id="92" name="矩形 13"/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237/109/0</a:t>
              </a:r>
            </a:p>
          </p:txBody>
        </p:sp>
        <p:sp>
          <p:nvSpPr>
            <p:cNvPr id="93" name="矩形 13"/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153/54/54</a:t>
              </a:r>
            </a:p>
          </p:txBody>
        </p:sp>
        <p:sp>
          <p:nvSpPr>
            <p:cNvPr id="94" name="矩形 13"/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98/178/48</a:t>
              </a:r>
            </a:p>
          </p:txBody>
        </p:sp>
        <p:sp>
          <p:nvSpPr>
            <p:cNvPr id="95" name="矩形 13"/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242/137/68</a:t>
              </a:r>
            </a:p>
          </p:txBody>
        </p:sp>
        <p:sp>
          <p:nvSpPr>
            <p:cNvPr id="96" name="矩形 13"/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199/0/11  </a:t>
              </a:r>
            </a:p>
          </p:txBody>
        </p:sp>
        <p:sp>
          <p:nvSpPr>
            <p:cNvPr id="97" name="文本框 15"/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/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200/16/46  </a:t>
              </a:r>
            </a:p>
          </p:txBody>
        </p:sp>
        <p:sp>
          <p:nvSpPr>
            <p:cNvPr id="99" name="矩形 13"/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127/0/1</a:t>
              </a:r>
            </a:p>
          </p:txBody>
        </p:sp>
        <p:sp>
          <p:nvSpPr>
            <p:cNvPr id="100" name="矩形 13"/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52/200/0</a:t>
              </a:r>
            </a:p>
          </p:txBody>
        </p:sp>
        <p:sp>
          <p:nvSpPr>
            <p:cNvPr id="101" name="矩形 13"/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48/181/197</a:t>
              </a:r>
            </a:p>
          </p:txBody>
        </p:sp>
        <p:sp>
          <p:nvSpPr>
            <p:cNvPr id="102" name="矩形 13"/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129/193/95</a:t>
              </a:r>
            </a:p>
          </p:txBody>
        </p:sp>
        <p:sp>
          <p:nvSpPr>
            <p:cNvPr id="103" name="矩形 13"/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253/211/81</a:t>
              </a:r>
            </a:p>
          </p:txBody>
        </p:sp>
        <p:sp>
          <p:nvSpPr>
            <p:cNvPr id="104" name="矩形 13"/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86/196/210</a:t>
              </a:r>
            </a:p>
          </p:txBody>
        </p:sp>
        <p:sp>
          <p:nvSpPr>
            <p:cNvPr id="105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211/57/65</a:t>
              </a:r>
            </a:p>
          </p:txBody>
        </p:sp>
        <p:sp>
          <p:nvSpPr>
            <p:cNvPr id="106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211/56/89</a:t>
              </a:r>
            </a:p>
          </p:txBody>
        </p:sp>
        <p:sp>
          <p:nvSpPr>
            <p:cNvPr id="107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221/128/170</a:t>
              </a:r>
            </a:p>
          </p:txBody>
        </p:sp>
        <p:sp>
          <p:nvSpPr>
            <p:cNvPr id="108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191/128/130</a:t>
              </a:r>
            </a:p>
          </p:txBody>
        </p:sp>
        <p:sp>
          <p:nvSpPr>
            <p:cNvPr id="109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246/183/140</a:t>
              </a:r>
            </a:p>
          </p:txBody>
        </p:sp>
        <p:sp>
          <p:nvSpPr>
            <p:cNvPr id="110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176/216/156</a:t>
              </a:r>
            </a:p>
          </p:txBody>
        </p:sp>
        <p:sp>
          <p:nvSpPr>
            <p:cNvPr id="111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253/227/181</a:t>
              </a:r>
            </a:p>
          </p:txBody>
        </p:sp>
        <p:sp>
          <p:nvSpPr>
            <p:cNvPr id="112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148/218/226</a:t>
              </a:r>
            </a:p>
          </p:txBody>
        </p:sp>
        <p:sp>
          <p:nvSpPr>
            <p:cNvPr id="113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226/129/137</a:t>
              </a:r>
            </a:p>
          </p:txBody>
        </p:sp>
        <p:sp>
          <p:nvSpPr>
            <p:cNvPr id="114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226/129/152</a:t>
              </a:r>
            </a:p>
          </p:txBody>
        </p:sp>
        <p:sp>
          <p:nvSpPr>
            <p:cNvPr id="115" name="矩形 13"/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235/179/204</a:t>
              </a:r>
            </a:p>
          </p:txBody>
        </p:sp>
        <p:sp>
          <p:nvSpPr>
            <p:cNvPr id="116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216/179/179</a:t>
              </a:r>
            </a:p>
          </p:txBody>
        </p:sp>
        <p:sp>
          <p:nvSpPr>
            <p:cNvPr id="117" name="矩形 13"/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250/211/187</a:t>
              </a:r>
            </a:p>
          </p:txBody>
        </p:sp>
        <p:sp>
          <p:nvSpPr>
            <p:cNvPr id="118" name="矩形 13"/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208/232/196</a:t>
              </a:r>
            </a:p>
          </p:txBody>
        </p:sp>
        <p:sp>
          <p:nvSpPr>
            <p:cNvPr id="119" name="矩形 13"/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254/238/193</a:t>
              </a:r>
            </a:p>
          </p:txBody>
        </p:sp>
        <p:sp>
          <p:nvSpPr>
            <p:cNvPr id="120" name="矩形 13"/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190/233/238</a:t>
              </a:r>
            </a:p>
          </p:txBody>
        </p:sp>
        <p:sp>
          <p:nvSpPr>
            <p:cNvPr id="121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239/178/184</a:t>
              </a:r>
            </a:p>
          </p:txBody>
        </p:sp>
        <p:sp>
          <p:nvSpPr>
            <p:cNvPr id="122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238/179/193</a:t>
              </a:r>
            </a:p>
          </p:txBody>
        </p:sp>
        <p:sp>
          <p:nvSpPr>
            <p:cNvPr id="123" name="矩形 13"/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0/0/0</a:t>
              </a:r>
            </a:p>
          </p:txBody>
        </p:sp>
        <p:sp>
          <p:nvSpPr>
            <p:cNvPr id="124" name="矩形 13"/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89/87/87</a:t>
              </a:r>
            </a:p>
          </p:txBody>
        </p:sp>
        <p:sp>
          <p:nvSpPr>
            <p:cNvPr id="125" name="矩形 13"/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</a:t>
              </a:r>
            </a:p>
          </p:txBody>
        </p:sp>
        <p:sp>
          <p:nvSpPr>
            <p:cNvPr id="126" name="矩形 13"/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</a:t>
              </a:r>
            </a:p>
          </p:txBody>
        </p:sp>
        <p:sp>
          <p:nvSpPr>
            <p:cNvPr id="127" name="矩形 13"/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221</a:t>
              </a:r>
            </a:p>
          </p:txBody>
        </p:sp>
        <p:sp>
          <p:nvSpPr>
            <p:cNvPr id="128" name="矩形 13"/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</a:t>
              </a:r>
            </a:p>
          </p:txBody>
        </p:sp>
      </p:grpSp>
      <p:pic>
        <p:nvPicPr>
          <p:cNvPr id="47" name="Picture 46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176" y="6323416"/>
            <a:ext cx="1270800" cy="27502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467" y="6356939"/>
            <a:ext cx="14634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0" baseline="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368370" y="6402806"/>
            <a:ext cx="62915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90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Page </a:t>
            </a: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r>
              <a:rPr lang="en-US" sz="90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/32</a:t>
            </a:r>
          </a:p>
        </p:txBody>
      </p:sp>
      <p:grpSp>
        <p:nvGrpSpPr>
          <p:cNvPr id="88" name="Group 87"/>
          <p:cNvGrpSpPr>
            <a:grpSpLocks noChangeAspect="1"/>
          </p:cNvGrpSpPr>
          <p:nvPr userDrawn="1"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89" name="矩形 13"/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196/0/84</a:t>
              </a:r>
            </a:p>
          </p:txBody>
        </p:sp>
        <p:sp>
          <p:nvSpPr>
            <p:cNvPr id="90" name="文本框 15"/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/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203/55/120</a:t>
              </a:r>
            </a:p>
          </p:txBody>
        </p:sp>
        <p:sp>
          <p:nvSpPr>
            <p:cNvPr id="92" name="矩形 13"/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237/109/0</a:t>
              </a:r>
            </a:p>
          </p:txBody>
        </p:sp>
        <p:sp>
          <p:nvSpPr>
            <p:cNvPr id="93" name="矩形 13"/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153/54/54</a:t>
              </a:r>
            </a:p>
          </p:txBody>
        </p:sp>
        <p:sp>
          <p:nvSpPr>
            <p:cNvPr id="94" name="矩形 13"/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98/178/48</a:t>
              </a:r>
            </a:p>
          </p:txBody>
        </p:sp>
        <p:sp>
          <p:nvSpPr>
            <p:cNvPr id="95" name="矩形 13"/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242/137/68</a:t>
              </a:r>
            </a:p>
          </p:txBody>
        </p:sp>
        <p:sp>
          <p:nvSpPr>
            <p:cNvPr id="96" name="矩形 13"/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199/0/11  </a:t>
              </a:r>
            </a:p>
          </p:txBody>
        </p:sp>
        <p:sp>
          <p:nvSpPr>
            <p:cNvPr id="97" name="文本框 15"/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/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200/16/46  </a:t>
              </a:r>
            </a:p>
          </p:txBody>
        </p:sp>
        <p:sp>
          <p:nvSpPr>
            <p:cNvPr id="99" name="矩形 13"/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127/0/1</a:t>
              </a:r>
            </a:p>
          </p:txBody>
        </p:sp>
        <p:sp>
          <p:nvSpPr>
            <p:cNvPr id="100" name="矩形 13"/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52/200/0</a:t>
              </a:r>
            </a:p>
          </p:txBody>
        </p:sp>
        <p:sp>
          <p:nvSpPr>
            <p:cNvPr id="101" name="矩形 13"/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48/181/197</a:t>
              </a:r>
            </a:p>
          </p:txBody>
        </p:sp>
        <p:sp>
          <p:nvSpPr>
            <p:cNvPr id="102" name="矩形 13"/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129/193/95</a:t>
              </a:r>
            </a:p>
          </p:txBody>
        </p:sp>
        <p:sp>
          <p:nvSpPr>
            <p:cNvPr id="103" name="矩形 13"/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253/211/81</a:t>
              </a:r>
            </a:p>
          </p:txBody>
        </p:sp>
        <p:sp>
          <p:nvSpPr>
            <p:cNvPr id="104" name="矩形 13"/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86/196/210</a:t>
              </a:r>
            </a:p>
          </p:txBody>
        </p:sp>
        <p:sp>
          <p:nvSpPr>
            <p:cNvPr id="105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211/57/65</a:t>
              </a:r>
            </a:p>
          </p:txBody>
        </p:sp>
        <p:sp>
          <p:nvSpPr>
            <p:cNvPr id="106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211/56/89</a:t>
              </a:r>
            </a:p>
          </p:txBody>
        </p:sp>
        <p:sp>
          <p:nvSpPr>
            <p:cNvPr id="107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221/128/170</a:t>
              </a:r>
            </a:p>
          </p:txBody>
        </p:sp>
        <p:sp>
          <p:nvSpPr>
            <p:cNvPr id="108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191/128/130</a:t>
              </a:r>
            </a:p>
          </p:txBody>
        </p:sp>
        <p:sp>
          <p:nvSpPr>
            <p:cNvPr id="109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246/183/140</a:t>
              </a:r>
            </a:p>
          </p:txBody>
        </p:sp>
        <p:sp>
          <p:nvSpPr>
            <p:cNvPr id="110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176/216/156</a:t>
              </a:r>
            </a:p>
          </p:txBody>
        </p:sp>
        <p:sp>
          <p:nvSpPr>
            <p:cNvPr id="111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253/227/181</a:t>
              </a:r>
            </a:p>
          </p:txBody>
        </p:sp>
        <p:sp>
          <p:nvSpPr>
            <p:cNvPr id="112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148/218/226</a:t>
              </a:r>
            </a:p>
          </p:txBody>
        </p:sp>
        <p:sp>
          <p:nvSpPr>
            <p:cNvPr id="113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226/129/137</a:t>
              </a:r>
            </a:p>
          </p:txBody>
        </p:sp>
        <p:sp>
          <p:nvSpPr>
            <p:cNvPr id="114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226/129/152</a:t>
              </a:r>
            </a:p>
          </p:txBody>
        </p:sp>
        <p:sp>
          <p:nvSpPr>
            <p:cNvPr id="115" name="矩形 13"/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235/179/204</a:t>
              </a:r>
            </a:p>
          </p:txBody>
        </p:sp>
        <p:sp>
          <p:nvSpPr>
            <p:cNvPr id="116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216/179/179</a:t>
              </a:r>
            </a:p>
          </p:txBody>
        </p:sp>
        <p:sp>
          <p:nvSpPr>
            <p:cNvPr id="117" name="矩形 13"/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250/211/187</a:t>
              </a:r>
            </a:p>
          </p:txBody>
        </p:sp>
        <p:sp>
          <p:nvSpPr>
            <p:cNvPr id="118" name="矩形 13"/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208/232/196</a:t>
              </a:r>
            </a:p>
          </p:txBody>
        </p:sp>
        <p:sp>
          <p:nvSpPr>
            <p:cNvPr id="119" name="矩形 13"/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254/238/193</a:t>
              </a:r>
            </a:p>
          </p:txBody>
        </p:sp>
        <p:sp>
          <p:nvSpPr>
            <p:cNvPr id="120" name="矩形 13"/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190/23/238</a:t>
              </a:r>
            </a:p>
          </p:txBody>
        </p:sp>
        <p:sp>
          <p:nvSpPr>
            <p:cNvPr id="121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239/178/184</a:t>
              </a:r>
            </a:p>
          </p:txBody>
        </p:sp>
        <p:sp>
          <p:nvSpPr>
            <p:cNvPr id="122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238/179/193</a:t>
              </a:r>
            </a:p>
          </p:txBody>
        </p:sp>
        <p:sp>
          <p:nvSpPr>
            <p:cNvPr id="123" name="矩形 13"/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35/24/21</a:t>
              </a:r>
            </a:p>
          </p:txBody>
        </p:sp>
        <p:sp>
          <p:nvSpPr>
            <p:cNvPr id="124" name="矩形 13"/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89/87/87</a:t>
              </a:r>
            </a:p>
          </p:txBody>
        </p:sp>
        <p:sp>
          <p:nvSpPr>
            <p:cNvPr id="125" name="矩形 13"/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</a:t>
              </a:r>
            </a:p>
          </p:txBody>
        </p:sp>
        <p:sp>
          <p:nvSpPr>
            <p:cNvPr id="126" name="矩形 13"/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</a:t>
              </a:r>
            </a:p>
          </p:txBody>
        </p:sp>
        <p:sp>
          <p:nvSpPr>
            <p:cNvPr id="127" name="矩形 13"/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221</a:t>
              </a:r>
            </a:p>
          </p:txBody>
        </p:sp>
        <p:sp>
          <p:nvSpPr>
            <p:cNvPr id="128" name="矩形 13"/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</a:t>
              </a:r>
            </a:p>
          </p:txBody>
        </p:sp>
      </p:grpSp>
      <p:pic>
        <p:nvPicPr>
          <p:cNvPr id="47" name="Picture 4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176" y="6323416"/>
            <a:ext cx="1270800" cy="27502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95467" y="6356939"/>
            <a:ext cx="14634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FFFFFF"/>
                </a:solidFill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4131" y="6402806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905">
              <a:defRPr/>
            </a:pPr>
            <a:fld id="{C3837181-38C6-AD4F-B8BA-B444770388BB}" type="slidenum">
              <a:rPr lang="en-US" sz="900" smtClean="0">
                <a:solidFill>
                  <a:srgbClr val="FFFFFF"/>
                </a:solidFill>
                <a:cs typeface="Arial" panose="020B0604020202020204" pitchFamily="34" charset="0"/>
              </a:rPr>
              <a:t>‹#›</a:t>
            </a:fld>
            <a:endParaRPr lang="en-US" sz="900" dirty="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grpSp>
        <p:nvGrpSpPr>
          <p:cNvPr id="88" name="Group 87"/>
          <p:cNvGrpSpPr>
            <a:grpSpLocks noChangeAspect="1"/>
          </p:cNvGrpSpPr>
          <p:nvPr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89" name="矩形 13"/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196/0/84</a:t>
              </a:r>
            </a:p>
          </p:txBody>
        </p:sp>
        <p:sp>
          <p:nvSpPr>
            <p:cNvPr id="90" name="文本框 15"/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r>
                <a:rPr kumimoji="1" lang="zh-CN" altLang="en-US" sz="800" dirty="0">
                  <a:solidFill>
                    <a:srgbClr val="1D1D1A"/>
                  </a:solidFill>
                  <a:latin typeface="微软雅黑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/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203/55/120</a:t>
              </a:r>
            </a:p>
          </p:txBody>
        </p:sp>
        <p:sp>
          <p:nvSpPr>
            <p:cNvPr id="92" name="矩形 13"/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237/109/0</a:t>
              </a:r>
            </a:p>
          </p:txBody>
        </p:sp>
        <p:sp>
          <p:nvSpPr>
            <p:cNvPr id="93" name="矩形 13"/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153/54/54</a:t>
              </a:r>
            </a:p>
          </p:txBody>
        </p:sp>
        <p:sp>
          <p:nvSpPr>
            <p:cNvPr id="94" name="矩形 13"/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98/178/48</a:t>
              </a:r>
            </a:p>
          </p:txBody>
        </p:sp>
        <p:sp>
          <p:nvSpPr>
            <p:cNvPr id="95" name="矩形 13"/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242/137/68</a:t>
              </a:r>
            </a:p>
          </p:txBody>
        </p:sp>
        <p:sp>
          <p:nvSpPr>
            <p:cNvPr id="96" name="矩形 13"/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PANTONE 185C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199/0/11  </a:t>
              </a:r>
            </a:p>
          </p:txBody>
        </p:sp>
        <p:sp>
          <p:nvSpPr>
            <p:cNvPr id="97" name="文本框 15"/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r>
                <a:rPr kumimoji="1" lang="zh-CN" altLang="en-US" sz="800" dirty="0">
                  <a:solidFill>
                    <a:srgbClr val="1D1D1A"/>
                  </a:solidFill>
                  <a:latin typeface="微软雅黑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/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200/16/46  </a:t>
              </a:r>
            </a:p>
          </p:txBody>
        </p:sp>
        <p:sp>
          <p:nvSpPr>
            <p:cNvPr id="99" name="矩形 13"/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127/0/1</a:t>
              </a:r>
            </a:p>
          </p:txBody>
        </p:sp>
        <p:sp>
          <p:nvSpPr>
            <p:cNvPr id="100" name="矩形 13"/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52/200/0</a:t>
              </a:r>
            </a:p>
          </p:txBody>
        </p:sp>
        <p:sp>
          <p:nvSpPr>
            <p:cNvPr id="101" name="矩形 13"/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48/181/197</a:t>
              </a:r>
            </a:p>
          </p:txBody>
        </p:sp>
        <p:sp>
          <p:nvSpPr>
            <p:cNvPr id="102" name="矩形 13"/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129/193/95</a:t>
              </a:r>
            </a:p>
          </p:txBody>
        </p:sp>
        <p:sp>
          <p:nvSpPr>
            <p:cNvPr id="103" name="矩形 13"/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253/211/81</a:t>
              </a:r>
            </a:p>
          </p:txBody>
        </p:sp>
        <p:sp>
          <p:nvSpPr>
            <p:cNvPr id="104" name="矩形 13"/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86/196/210</a:t>
              </a:r>
            </a:p>
          </p:txBody>
        </p:sp>
        <p:sp>
          <p:nvSpPr>
            <p:cNvPr id="105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211/57/65</a:t>
              </a:r>
            </a:p>
          </p:txBody>
        </p:sp>
        <p:sp>
          <p:nvSpPr>
            <p:cNvPr id="106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211/56/89</a:t>
              </a:r>
            </a:p>
          </p:txBody>
        </p:sp>
        <p:sp>
          <p:nvSpPr>
            <p:cNvPr id="107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 221/128/170</a:t>
              </a:r>
            </a:p>
          </p:txBody>
        </p:sp>
        <p:sp>
          <p:nvSpPr>
            <p:cNvPr id="108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 191/128/130</a:t>
              </a:r>
            </a:p>
          </p:txBody>
        </p:sp>
        <p:sp>
          <p:nvSpPr>
            <p:cNvPr id="109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 246/183/140</a:t>
              </a:r>
            </a:p>
          </p:txBody>
        </p:sp>
        <p:sp>
          <p:nvSpPr>
            <p:cNvPr id="110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 176/216/156</a:t>
              </a:r>
            </a:p>
          </p:txBody>
        </p:sp>
        <p:sp>
          <p:nvSpPr>
            <p:cNvPr id="111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 253/227/181</a:t>
              </a:r>
            </a:p>
          </p:txBody>
        </p:sp>
        <p:sp>
          <p:nvSpPr>
            <p:cNvPr id="112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 148/218/226</a:t>
              </a:r>
            </a:p>
          </p:txBody>
        </p:sp>
        <p:sp>
          <p:nvSpPr>
            <p:cNvPr id="113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 226/129/137</a:t>
              </a:r>
            </a:p>
          </p:txBody>
        </p:sp>
        <p:sp>
          <p:nvSpPr>
            <p:cNvPr id="114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 226/129/152</a:t>
              </a:r>
            </a:p>
          </p:txBody>
        </p:sp>
        <p:sp>
          <p:nvSpPr>
            <p:cNvPr id="115" name="矩形 13"/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 235/179/204</a:t>
              </a:r>
            </a:p>
          </p:txBody>
        </p:sp>
        <p:sp>
          <p:nvSpPr>
            <p:cNvPr id="116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 216/179/179</a:t>
              </a:r>
            </a:p>
          </p:txBody>
        </p:sp>
        <p:sp>
          <p:nvSpPr>
            <p:cNvPr id="117" name="矩形 13"/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 250/211/187</a:t>
              </a:r>
            </a:p>
          </p:txBody>
        </p:sp>
        <p:sp>
          <p:nvSpPr>
            <p:cNvPr id="118" name="矩形 13"/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 208/232/196</a:t>
              </a:r>
            </a:p>
          </p:txBody>
        </p:sp>
        <p:sp>
          <p:nvSpPr>
            <p:cNvPr id="119" name="矩形 13"/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 254/238/193</a:t>
              </a:r>
            </a:p>
          </p:txBody>
        </p:sp>
        <p:sp>
          <p:nvSpPr>
            <p:cNvPr id="120" name="矩形 13"/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190/23/238</a:t>
              </a:r>
            </a:p>
          </p:txBody>
        </p:sp>
        <p:sp>
          <p:nvSpPr>
            <p:cNvPr id="121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 239/178/184</a:t>
              </a:r>
            </a:p>
          </p:txBody>
        </p:sp>
        <p:sp>
          <p:nvSpPr>
            <p:cNvPr id="122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 238/179/193</a:t>
              </a:r>
            </a:p>
          </p:txBody>
        </p:sp>
        <p:sp>
          <p:nvSpPr>
            <p:cNvPr id="123" name="矩形 13"/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0/0/0</a:t>
              </a:r>
            </a:p>
          </p:txBody>
        </p:sp>
        <p:sp>
          <p:nvSpPr>
            <p:cNvPr id="124" name="矩形 13"/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89/87/87</a:t>
              </a:r>
            </a:p>
          </p:txBody>
        </p:sp>
        <p:sp>
          <p:nvSpPr>
            <p:cNvPr id="125" name="矩形 13"/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137</a:t>
              </a:r>
            </a:p>
          </p:txBody>
        </p:sp>
        <p:sp>
          <p:nvSpPr>
            <p:cNvPr id="126" name="矩形 13"/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181</a:t>
              </a:r>
            </a:p>
          </p:txBody>
        </p:sp>
        <p:sp>
          <p:nvSpPr>
            <p:cNvPr id="127" name="矩形 13"/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221</a:t>
              </a:r>
            </a:p>
          </p:txBody>
        </p:sp>
        <p:sp>
          <p:nvSpPr>
            <p:cNvPr id="128" name="矩形 13"/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255</a:t>
              </a:r>
            </a:p>
          </p:txBody>
        </p:sp>
      </p:grpSp>
      <p:pic>
        <p:nvPicPr>
          <p:cNvPr id="46" name="图片 45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8082" y="6250494"/>
            <a:ext cx="1390166" cy="41247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  <p:sldLayoutId id="2147483721" r:id="rId12"/>
    <p:sldLayoutId id="2147483722" r:id="rId13"/>
    <p:sldLayoutId id="2147483723" r:id="rId14"/>
    <p:sldLayoutId id="2147483724" r:id="rId15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95467" y="6356939"/>
            <a:ext cx="14634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FFFFFF"/>
                </a:solidFill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4131" y="6402806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905">
              <a:defRPr/>
            </a:pPr>
            <a:fld id="{C3837181-38C6-AD4F-B8BA-B444770388BB}" type="slidenum">
              <a:rPr lang="en-US" sz="900" smtClean="0">
                <a:solidFill>
                  <a:srgbClr val="FFFFFF"/>
                </a:solidFill>
                <a:cs typeface="Arial" panose="020B0604020202020204" pitchFamily="34" charset="0"/>
              </a:rPr>
              <a:t>‹#›</a:t>
            </a:fld>
            <a:endParaRPr lang="en-US" sz="900" dirty="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grpSp>
        <p:nvGrpSpPr>
          <p:cNvPr id="88" name="Group 87"/>
          <p:cNvGrpSpPr>
            <a:grpSpLocks noChangeAspect="1"/>
          </p:cNvGrpSpPr>
          <p:nvPr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89" name="矩形 13"/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196/0/84</a:t>
              </a:r>
            </a:p>
          </p:txBody>
        </p:sp>
        <p:sp>
          <p:nvSpPr>
            <p:cNvPr id="90" name="文本框 15"/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r>
                <a:rPr kumimoji="1" lang="zh-CN" altLang="en-US" sz="800" dirty="0">
                  <a:solidFill>
                    <a:srgbClr val="1D1D1A"/>
                  </a:solidFill>
                  <a:latin typeface="微软雅黑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/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203/55/120</a:t>
              </a:r>
            </a:p>
          </p:txBody>
        </p:sp>
        <p:sp>
          <p:nvSpPr>
            <p:cNvPr id="92" name="矩形 13"/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237/109/0</a:t>
              </a:r>
            </a:p>
          </p:txBody>
        </p:sp>
        <p:sp>
          <p:nvSpPr>
            <p:cNvPr id="93" name="矩形 13"/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153/54/54</a:t>
              </a:r>
            </a:p>
          </p:txBody>
        </p:sp>
        <p:sp>
          <p:nvSpPr>
            <p:cNvPr id="94" name="矩形 13"/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98/178/48</a:t>
              </a:r>
            </a:p>
          </p:txBody>
        </p:sp>
        <p:sp>
          <p:nvSpPr>
            <p:cNvPr id="95" name="矩形 13"/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242/137/68</a:t>
              </a:r>
            </a:p>
          </p:txBody>
        </p:sp>
        <p:sp>
          <p:nvSpPr>
            <p:cNvPr id="96" name="矩形 13"/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PANTONE 185C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199/0/11  </a:t>
              </a:r>
            </a:p>
          </p:txBody>
        </p:sp>
        <p:sp>
          <p:nvSpPr>
            <p:cNvPr id="97" name="文本框 15"/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r>
                <a:rPr kumimoji="1" lang="zh-CN" altLang="en-US" sz="800" dirty="0">
                  <a:solidFill>
                    <a:srgbClr val="1D1D1A"/>
                  </a:solidFill>
                  <a:latin typeface="微软雅黑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/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200/16/46  </a:t>
              </a:r>
            </a:p>
          </p:txBody>
        </p:sp>
        <p:sp>
          <p:nvSpPr>
            <p:cNvPr id="99" name="矩形 13"/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127/0/1</a:t>
              </a:r>
            </a:p>
          </p:txBody>
        </p:sp>
        <p:sp>
          <p:nvSpPr>
            <p:cNvPr id="100" name="矩形 13"/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52/200/0</a:t>
              </a:r>
            </a:p>
          </p:txBody>
        </p:sp>
        <p:sp>
          <p:nvSpPr>
            <p:cNvPr id="101" name="矩形 13"/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48/181/197</a:t>
              </a:r>
            </a:p>
          </p:txBody>
        </p:sp>
        <p:sp>
          <p:nvSpPr>
            <p:cNvPr id="102" name="矩形 13"/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129/193/95</a:t>
              </a:r>
            </a:p>
          </p:txBody>
        </p:sp>
        <p:sp>
          <p:nvSpPr>
            <p:cNvPr id="103" name="矩形 13"/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253/211/81</a:t>
              </a:r>
            </a:p>
          </p:txBody>
        </p:sp>
        <p:sp>
          <p:nvSpPr>
            <p:cNvPr id="104" name="矩形 13"/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86/196/210</a:t>
              </a:r>
            </a:p>
          </p:txBody>
        </p:sp>
        <p:sp>
          <p:nvSpPr>
            <p:cNvPr id="105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211/57/65</a:t>
              </a:r>
            </a:p>
          </p:txBody>
        </p:sp>
        <p:sp>
          <p:nvSpPr>
            <p:cNvPr id="106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211/56/89</a:t>
              </a:r>
            </a:p>
          </p:txBody>
        </p:sp>
        <p:sp>
          <p:nvSpPr>
            <p:cNvPr id="107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 221/128/170</a:t>
              </a:r>
            </a:p>
          </p:txBody>
        </p:sp>
        <p:sp>
          <p:nvSpPr>
            <p:cNvPr id="108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 191/128/130</a:t>
              </a:r>
            </a:p>
          </p:txBody>
        </p:sp>
        <p:sp>
          <p:nvSpPr>
            <p:cNvPr id="109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 246/183/140</a:t>
              </a:r>
            </a:p>
          </p:txBody>
        </p:sp>
        <p:sp>
          <p:nvSpPr>
            <p:cNvPr id="110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 176/216/156</a:t>
              </a:r>
            </a:p>
          </p:txBody>
        </p:sp>
        <p:sp>
          <p:nvSpPr>
            <p:cNvPr id="111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 253/227/181</a:t>
              </a:r>
            </a:p>
          </p:txBody>
        </p:sp>
        <p:sp>
          <p:nvSpPr>
            <p:cNvPr id="112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 148/218/226</a:t>
              </a:r>
            </a:p>
          </p:txBody>
        </p:sp>
        <p:sp>
          <p:nvSpPr>
            <p:cNvPr id="113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 226/129/137</a:t>
              </a:r>
            </a:p>
          </p:txBody>
        </p:sp>
        <p:sp>
          <p:nvSpPr>
            <p:cNvPr id="114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 226/129/152</a:t>
              </a:r>
            </a:p>
          </p:txBody>
        </p:sp>
        <p:sp>
          <p:nvSpPr>
            <p:cNvPr id="115" name="矩形 13"/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 235/179/204</a:t>
              </a:r>
            </a:p>
          </p:txBody>
        </p:sp>
        <p:sp>
          <p:nvSpPr>
            <p:cNvPr id="116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 216/179/179</a:t>
              </a:r>
            </a:p>
          </p:txBody>
        </p:sp>
        <p:sp>
          <p:nvSpPr>
            <p:cNvPr id="117" name="矩形 13"/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 250/211/187</a:t>
              </a:r>
            </a:p>
          </p:txBody>
        </p:sp>
        <p:sp>
          <p:nvSpPr>
            <p:cNvPr id="118" name="矩形 13"/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 208/232/196</a:t>
              </a:r>
            </a:p>
          </p:txBody>
        </p:sp>
        <p:sp>
          <p:nvSpPr>
            <p:cNvPr id="119" name="矩形 13"/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 254/238/193</a:t>
              </a:r>
            </a:p>
          </p:txBody>
        </p:sp>
        <p:sp>
          <p:nvSpPr>
            <p:cNvPr id="120" name="矩形 13"/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190/23/238</a:t>
              </a:r>
            </a:p>
          </p:txBody>
        </p:sp>
        <p:sp>
          <p:nvSpPr>
            <p:cNvPr id="121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 239/178/184</a:t>
              </a:r>
            </a:p>
          </p:txBody>
        </p:sp>
        <p:sp>
          <p:nvSpPr>
            <p:cNvPr id="122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 238/179/193</a:t>
              </a:r>
            </a:p>
          </p:txBody>
        </p:sp>
        <p:sp>
          <p:nvSpPr>
            <p:cNvPr id="123" name="矩形 13"/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0/0/0</a:t>
              </a:r>
            </a:p>
          </p:txBody>
        </p:sp>
        <p:sp>
          <p:nvSpPr>
            <p:cNvPr id="124" name="矩形 13"/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89/87/87</a:t>
              </a:r>
            </a:p>
          </p:txBody>
        </p:sp>
        <p:sp>
          <p:nvSpPr>
            <p:cNvPr id="125" name="矩形 13"/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137</a:t>
              </a:r>
            </a:p>
          </p:txBody>
        </p:sp>
        <p:sp>
          <p:nvSpPr>
            <p:cNvPr id="126" name="矩形 13"/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181</a:t>
              </a:r>
            </a:p>
          </p:txBody>
        </p:sp>
        <p:sp>
          <p:nvSpPr>
            <p:cNvPr id="127" name="矩形 13"/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221</a:t>
              </a:r>
            </a:p>
          </p:txBody>
        </p:sp>
        <p:sp>
          <p:nvSpPr>
            <p:cNvPr id="128" name="矩形 13"/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255</a:t>
              </a:r>
            </a:p>
          </p:txBody>
        </p:sp>
      </p:grpSp>
      <p:pic>
        <p:nvPicPr>
          <p:cNvPr id="46" name="图片 45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8082" y="6250494"/>
            <a:ext cx="1390166" cy="41247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  <p:sldLayoutId id="2147483739" r:id="rId14"/>
    <p:sldLayoutId id="2147483740" r:id="rId15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467" y="6356939"/>
            <a:ext cx="35039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0" kern="1200" baseline="0" dirty="0">
                <a:solidFill>
                  <a:srgbClr val="1D1D1B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Huawei Proprietary - Restricted Distribution</a:t>
            </a:r>
            <a:endParaRPr lang="en-US" sz="900" b="0" kern="1200" baseline="0" dirty="0">
              <a:solidFill>
                <a:srgbClr val="1D1D1B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734131" y="6402806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/>
          <p:cNvGrpSpPr>
            <a:grpSpLocks noChangeAspect="1"/>
          </p:cNvGrpSpPr>
          <p:nvPr userDrawn="1"/>
        </p:nvGrpSpPr>
        <p:grpSpPr>
          <a:xfrm>
            <a:off x="12290470" y="2625389"/>
            <a:ext cx="1967973" cy="4233515"/>
            <a:chOff x="5343885" y="-48857"/>
            <a:chExt cx="3271316" cy="7037279"/>
          </a:xfrm>
        </p:grpSpPr>
        <p:sp>
          <p:nvSpPr>
            <p:cNvPr id="89" name="矩形 13"/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196/0/84</a:t>
              </a:r>
            </a:p>
          </p:txBody>
        </p:sp>
        <p:sp>
          <p:nvSpPr>
            <p:cNvPr id="90" name="文本框 15"/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/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203/55/120</a:t>
              </a:r>
            </a:p>
          </p:txBody>
        </p:sp>
        <p:sp>
          <p:nvSpPr>
            <p:cNvPr id="92" name="矩形 13"/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237/109/0</a:t>
              </a:r>
            </a:p>
          </p:txBody>
        </p:sp>
        <p:sp>
          <p:nvSpPr>
            <p:cNvPr id="93" name="矩形 13"/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153/54/54</a:t>
              </a:r>
            </a:p>
          </p:txBody>
        </p:sp>
        <p:sp>
          <p:nvSpPr>
            <p:cNvPr id="94" name="矩形 13"/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98/178/48</a:t>
              </a:r>
            </a:p>
          </p:txBody>
        </p:sp>
        <p:sp>
          <p:nvSpPr>
            <p:cNvPr id="95" name="矩形 13"/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242/137/68</a:t>
              </a:r>
            </a:p>
          </p:txBody>
        </p:sp>
        <p:sp>
          <p:nvSpPr>
            <p:cNvPr id="96" name="矩形 13"/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199/0/11  </a:t>
              </a:r>
            </a:p>
          </p:txBody>
        </p:sp>
        <p:sp>
          <p:nvSpPr>
            <p:cNvPr id="97" name="文本框 15"/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/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200/16/46  </a:t>
              </a:r>
            </a:p>
          </p:txBody>
        </p:sp>
        <p:sp>
          <p:nvSpPr>
            <p:cNvPr id="99" name="矩形 13"/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127/0/1</a:t>
              </a:r>
            </a:p>
          </p:txBody>
        </p:sp>
        <p:sp>
          <p:nvSpPr>
            <p:cNvPr id="100" name="矩形 13"/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52/200/0</a:t>
              </a:r>
            </a:p>
          </p:txBody>
        </p:sp>
        <p:sp>
          <p:nvSpPr>
            <p:cNvPr id="101" name="矩形 13"/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48/181/197</a:t>
              </a:r>
            </a:p>
          </p:txBody>
        </p:sp>
        <p:sp>
          <p:nvSpPr>
            <p:cNvPr id="102" name="矩形 13"/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129/193/95</a:t>
              </a:r>
            </a:p>
          </p:txBody>
        </p:sp>
        <p:sp>
          <p:nvSpPr>
            <p:cNvPr id="103" name="矩形 13"/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253/211/81</a:t>
              </a:r>
            </a:p>
          </p:txBody>
        </p:sp>
        <p:sp>
          <p:nvSpPr>
            <p:cNvPr id="104" name="矩形 13"/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86/196/210</a:t>
              </a:r>
            </a:p>
          </p:txBody>
        </p:sp>
        <p:sp>
          <p:nvSpPr>
            <p:cNvPr id="105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211/57/65</a:t>
              </a:r>
            </a:p>
          </p:txBody>
        </p:sp>
        <p:sp>
          <p:nvSpPr>
            <p:cNvPr id="106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211/56/89</a:t>
              </a:r>
            </a:p>
          </p:txBody>
        </p:sp>
        <p:sp>
          <p:nvSpPr>
            <p:cNvPr id="107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221/128/170</a:t>
              </a:r>
            </a:p>
          </p:txBody>
        </p:sp>
        <p:sp>
          <p:nvSpPr>
            <p:cNvPr id="108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191/128/130</a:t>
              </a:r>
            </a:p>
          </p:txBody>
        </p:sp>
        <p:sp>
          <p:nvSpPr>
            <p:cNvPr id="109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246/183/140</a:t>
              </a:r>
            </a:p>
          </p:txBody>
        </p:sp>
        <p:sp>
          <p:nvSpPr>
            <p:cNvPr id="110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176/216/156</a:t>
              </a:r>
            </a:p>
          </p:txBody>
        </p:sp>
        <p:sp>
          <p:nvSpPr>
            <p:cNvPr id="111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253/227/181</a:t>
              </a:r>
            </a:p>
          </p:txBody>
        </p:sp>
        <p:sp>
          <p:nvSpPr>
            <p:cNvPr id="112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148/218/226</a:t>
              </a:r>
            </a:p>
          </p:txBody>
        </p:sp>
        <p:sp>
          <p:nvSpPr>
            <p:cNvPr id="113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226/129/137</a:t>
              </a:r>
            </a:p>
          </p:txBody>
        </p:sp>
        <p:sp>
          <p:nvSpPr>
            <p:cNvPr id="114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226/129/152</a:t>
              </a:r>
            </a:p>
          </p:txBody>
        </p:sp>
        <p:sp>
          <p:nvSpPr>
            <p:cNvPr id="115" name="矩形 13"/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235/179/204</a:t>
              </a:r>
            </a:p>
          </p:txBody>
        </p:sp>
        <p:sp>
          <p:nvSpPr>
            <p:cNvPr id="116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216/179/179</a:t>
              </a:r>
            </a:p>
          </p:txBody>
        </p:sp>
        <p:sp>
          <p:nvSpPr>
            <p:cNvPr id="117" name="矩形 13"/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250/211/187</a:t>
              </a:r>
            </a:p>
          </p:txBody>
        </p:sp>
        <p:sp>
          <p:nvSpPr>
            <p:cNvPr id="118" name="矩形 13"/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208/232/196</a:t>
              </a:r>
            </a:p>
          </p:txBody>
        </p:sp>
        <p:sp>
          <p:nvSpPr>
            <p:cNvPr id="119" name="矩形 13"/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254/238/193</a:t>
              </a:r>
            </a:p>
          </p:txBody>
        </p:sp>
        <p:sp>
          <p:nvSpPr>
            <p:cNvPr id="120" name="矩形 13"/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190/233/238</a:t>
              </a:r>
            </a:p>
          </p:txBody>
        </p:sp>
        <p:sp>
          <p:nvSpPr>
            <p:cNvPr id="121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239/178/184</a:t>
              </a:r>
            </a:p>
          </p:txBody>
        </p:sp>
        <p:sp>
          <p:nvSpPr>
            <p:cNvPr id="122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238/179/193</a:t>
              </a:r>
            </a:p>
          </p:txBody>
        </p:sp>
        <p:sp>
          <p:nvSpPr>
            <p:cNvPr id="123" name="矩形 13"/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0/0/0</a:t>
              </a:r>
            </a:p>
          </p:txBody>
        </p:sp>
        <p:sp>
          <p:nvSpPr>
            <p:cNvPr id="124" name="矩形 13"/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89/87/87</a:t>
              </a:r>
            </a:p>
          </p:txBody>
        </p:sp>
        <p:sp>
          <p:nvSpPr>
            <p:cNvPr id="125" name="矩形 13"/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</a:t>
              </a:r>
            </a:p>
          </p:txBody>
        </p:sp>
        <p:sp>
          <p:nvSpPr>
            <p:cNvPr id="126" name="矩形 13"/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</a:t>
              </a:r>
            </a:p>
          </p:txBody>
        </p:sp>
        <p:sp>
          <p:nvSpPr>
            <p:cNvPr id="127" name="矩形 13"/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221</a:t>
              </a:r>
            </a:p>
          </p:txBody>
        </p:sp>
        <p:sp>
          <p:nvSpPr>
            <p:cNvPr id="128" name="矩形 13"/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</a:t>
              </a:r>
            </a:p>
          </p:txBody>
        </p:sp>
      </p:grpSp>
      <p:pic>
        <p:nvPicPr>
          <p:cNvPr id="47" name="Picture 4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176" y="6323416"/>
            <a:ext cx="1270800" cy="27502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335584" y="6512609"/>
            <a:ext cx="35039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Confidential</a:t>
            </a:r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180763" y="6558779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89000">
              <a:defRPr/>
            </a:pPr>
            <a:fld id="{C3837181-38C6-AD4F-B8BA-B444770388BB}" type="slidenum">
              <a:rPr lang="en-US" sz="90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/>
          <p:cNvGrpSpPr>
            <a:grpSpLocks noChangeAspect="1"/>
          </p:cNvGrpSpPr>
          <p:nvPr userDrawn="1"/>
        </p:nvGrpSpPr>
        <p:grpSpPr>
          <a:xfrm>
            <a:off x="12290470" y="2625399"/>
            <a:ext cx="1967973" cy="4233515"/>
            <a:chOff x="5343885" y="-48857"/>
            <a:chExt cx="3271316" cy="7037279"/>
          </a:xfrm>
        </p:grpSpPr>
        <p:sp>
          <p:nvSpPr>
            <p:cNvPr id="89" name="矩形 13"/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196/0/84</a:t>
              </a:r>
            </a:p>
          </p:txBody>
        </p:sp>
        <p:sp>
          <p:nvSpPr>
            <p:cNvPr id="90" name="文本框 15"/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r>
                <a:rPr kumimoji="1" lang="zh-CN" altLang="en-US" sz="8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/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203/55/120</a:t>
              </a:r>
            </a:p>
          </p:txBody>
        </p:sp>
        <p:sp>
          <p:nvSpPr>
            <p:cNvPr id="92" name="矩形 13"/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237/109/0</a:t>
              </a:r>
            </a:p>
          </p:txBody>
        </p:sp>
        <p:sp>
          <p:nvSpPr>
            <p:cNvPr id="93" name="矩形 13"/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153/54/54</a:t>
              </a:r>
            </a:p>
          </p:txBody>
        </p:sp>
        <p:sp>
          <p:nvSpPr>
            <p:cNvPr id="94" name="矩形 13"/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98/178/48</a:t>
              </a:r>
            </a:p>
          </p:txBody>
        </p:sp>
        <p:sp>
          <p:nvSpPr>
            <p:cNvPr id="95" name="矩形 13"/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242/137/68</a:t>
              </a:r>
            </a:p>
          </p:txBody>
        </p:sp>
        <p:sp>
          <p:nvSpPr>
            <p:cNvPr id="96" name="矩形 13"/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185C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199/0/11  </a:t>
              </a:r>
            </a:p>
          </p:txBody>
        </p:sp>
        <p:sp>
          <p:nvSpPr>
            <p:cNvPr id="97" name="文本框 15"/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r>
                <a:rPr kumimoji="1" lang="zh-CN" altLang="en-US" sz="8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/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200/16/46  </a:t>
              </a:r>
            </a:p>
          </p:txBody>
        </p:sp>
        <p:sp>
          <p:nvSpPr>
            <p:cNvPr id="99" name="矩形 13"/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127/0/1</a:t>
              </a:r>
            </a:p>
          </p:txBody>
        </p:sp>
        <p:sp>
          <p:nvSpPr>
            <p:cNvPr id="100" name="矩形 13"/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52/200/0</a:t>
              </a:r>
            </a:p>
          </p:txBody>
        </p:sp>
        <p:sp>
          <p:nvSpPr>
            <p:cNvPr id="101" name="矩形 13"/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48/181/197</a:t>
              </a:r>
            </a:p>
          </p:txBody>
        </p:sp>
        <p:sp>
          <p:nvSpPr>
            <p:cNvPr id="102" name="矩形 13"/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129/193/95</a:t>
              </a:r>
            </a:p>
          </p:txBody>
        </p:sp>
        <p:sp>
          <p:nvSpPr>
            <p:cNvPr id="103" name="矩形 13"/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253/211/81</a:t>
              </a:r>
            </a:p>
          </p:txBody>
        </p:sp>
        <p:sp>
          <p:nvSpPr>
            <p:cNvPr id="104" name="矩形 13"/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86/196/210</a:t>
              </a:r>
            </a:p>
          </p:txBody>
        </p:sp>
        <p:sp>
          <p:nvSpPr>
            <p:cNvPr id="105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211/57/65</a:t>
              </a:r>
            </a:p>
          </p:txBody>
        </p:sp>
        <p:sp>
          <p:nvSpPr>
            <p:cNvPr id="106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211/56/89</a:t>
              </a:r>
            </a:p>
          </p:txBody>
        </p:sp>
        <p:sp>
          <p:nvSpPr>
            <p:cNvPr id="107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221/128/170</a:t>
              </a:r>
            </a:p>
          </p:txBody>
        </p:sp>
        <p:sp>
          <p:nvSpPr>
            <p:cNvPr id="108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191/128/130</a:t>
              </a:r>
            </a:p>
          </p:txBody>
        </p:sp>
        <p:sp>
          <p:nvSpPr>
            <p:cNvPr id="109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246/183/140</a:t>
              </a:r>
            </a:p>
          </p:txBody>
        </p:sp>
        <p:sp>
          <p:nvSpPr>
            <p:cNvPr id="110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176/216/156</a:t>
              </a:r>
            </a:p>
          </p:txBody>
        </p:sp>
        <p:sp>
          <p:nvSpPr>
            <p:cNvPr id="111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253/227/181</a:t>
              </a:r>
            </a:p>
          </p:txBody>
        </p:sp>
        <p:sp>
          <p:nvSpPr>
            <p:cNvPr id="112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148/218/226</a:t>
              </a:r>
            </a:p>
          </p:txBody>
        </p:sp>
        <p:sp>
          <p:nvSpPr>
            <p:cNvPr id="113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226/129/137</a:t>
              </a:r>
            </a:p>
          </p:txBody>
        </p:sp>
        <p:sp>
          <p:nvSpPr>
            <p:cNvPr id="114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226/129/152</a:t>
              </a:r>
            </a:p>
          </p:txBody>
        </p:sp>
        <p:sp>
          <p:nvSpPr>
            <p:cNvPr id="115" name="矩形 13"/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235/179/204</a:t>
              </a:r>
            </a:p>
          </p:txBody>
        </p:sp>
        <p:sp>
          <p:nvSpPr>
            <p:cNvPr id="116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216/179/179</a:t>
              </a:r>
            </a:p>
          </p:txBody>
        </p:sp>
        <p:sp>
          <p:nvSpPr>
            <p:cNvPr id="117" name="矩形 13"/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250/211/187</a:t>
              </a:r>
            </a:p>
          </p:txBody>
        </p:sp>
        <p:sp>
          <p:nvSpPr>
            <p:cNvPr id="118" name="矩形 13"/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208/232/196</a:t>
              </a:r>
            </a:p>
          </p:txBody>
        </p:sp>
        <p:sp>
          <p:nvSpPr>
            <p:cNvPr id="119" name="矩形 13"/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254/238/193</a:t>
              </a:r>
            </a:p>
          </p:txBody>
        </p:sp>
        <p:sp>
          <p:nvSpPr>
            <p:cNvPr id="120" name="矩形 13"/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190/233/238</a:t>
              </a:r>
            </a:p>
          </p:txBody>
        </p:sp>
        <p:sp>
          <p:nvSpPr>
            <p:cNvPr id="121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239/178/184</a:t>
              </a:r>
            </a:p>
          </p:txBody>
        </p:sp>
        <p:sp>
          <p:nvSpPr>
            <p:cNvPr id="122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238/179/193</a:t>
              </a:r>
            </a:p>
          </p:txBody>
        </p:sp>
        <p:sp>
          <p:nvSpPr>
            <p:cNvPr id="123" name="矩形 13"/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0/0/0</a:t>
              </a:r>
            </a:p>
          </p:txBody>
        </p:sp>
        <p:sp>
          <p:nvSpPr>
            <p:cNvPr id="124" name="矩形 13"/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89/87/87</a:t>
              </a:r>
            </a:p>
          </p:txBody>
        </p:sp>
        <p:sp>
          <p:nvSpPr>
            <p:cNvPr id="125" name="矩形 13"/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</a:t>
              </a:r>
            </a:p>
          </p:txBody>
        </p:sp>
        <p:sp>
          <p:nvSpPr>
            <p:cNvPr id="126" name="矩形 13"/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</a:t>
              </a:r>
            </a:p>
          </p:txBody>
        </p:sp>
        <p:sp>
          <p:nvSpPr>
            <p:cNvPr id="127" name="矩形 13"/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221</a:t>
              </a:r>
            </a:p>
          </p:txBody>
        </p:sp>
        <p:sp>
          <p:nvSpPr>
            <p:cNvPr id="128" name="矩形 13"/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</a:t>
              </a:r>
            </a:p>
          </p:txBody>
        </p:sp>
      </p:grpSp>
      <p:pic>
        <p:nvPicPr>
          <p:cNvPr id="47" name="Picture 46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0788" y="6511261"/>
            <a:ext cx="1072831" cy="2321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44" r:id="rId2"/>
    <p:sldLayoutId id="2147483745" r:id="rId3"/>
  </p:sldLayoutIdLst>
  <p:hf hdr="0" ftr="0" dt="0"/>
  <p:txStyles>
    <p:titleStyle>
      <a:lvl1pPr algn="l" defTabSz="1185545" rtl="0" eaLnBrk="1" latinLnBrk="0" hangingPunct="1">
        <a:lnSpc>
          <a:spcPct val="90000"/>
        </a:lnSpc>
        <a:spcBef>
          <a:spcPct val="0"/>
        </a:spcBef>
        <a:buNone/>
        <a:defRPr sz="570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545" indent="-296545" algn="l" defTabSz="1185545" rtl="0" eaLnBrk="1" latinLnBrk="0" hangingPunct="1">
        <a:lnSpc>
          <a:spcPct val="90000"/>
        </a:lnSpc>
        <a:spcBef>
          <a:spcPts val="1295"/>
        </a:spcBef>
        <a:buFont typeface="Arial" panose="020B0604020202020204" pitchFamily="34" charset="0"/>
        <a:buChar char="•"/>
        <a:defRPr sz="3630" kern="1200">
          <a:solidFill>
            <a:schemeClr val="tx1"/>
          </a:solidFill>
          <a:latin typeface="+mn-lt"/>
          <a:ea typeface="+mn-ea"/>
          <a:cs typeface="+mn-cs"/>
        </a:defRPr>
      </a:lvl1pPr>
      <a:lvl2pPr marL="889000" indent="-296545" algn="l" defTabSz="118554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5" kern="1200">
          <a:solidFill>
            <a:schemeClr val="tx1"/>
          </a:solidFill>
          <a:latin typeface="+mn-lt"/>
          <a:ea typeface="+mn-ea"/>
          <a:cs typeface="+mn-cs"/>
        </a:defRPr>
      </a:lvl2pPr>
      <a:lvl3pPr marL="1482090" indent="-296545" algn="l" defTabSz="118554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5" kern="1200">
          <a:solidFill>
            <a:schemeClr val="tx1"/>
          </a:solidFill>
          <a:latin typeface="+mn-lt"/>
          <a:ea typeface="+mn-ea"/>
          <a:cs typeface="+mn-cs"/>
        </a:defRPr>
      </a:lvl3pPr>
      <a:lvl4pPr marL="2074545" indent="-296545" algn="l" defTabSz="118554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667000" indent="-296545" algn="l" defTabSz="118554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3260090" indent="-296545" algn="l" defTabSz="118554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852545" indent="-296545" algn="l" defTabSz="118554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445635" indent="-296545" algn="l" defTabSz="118554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5038090" indent="-296545" algn="l" defTabSz="118554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554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1pPr>
      <a:lvl2pPr marL="592455" algn="l" defTabSz="118554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2pPr>
      <a:lvl3pPr marL="1185545" algn="l" defTabSz="118554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3pPr>
      <a:lvl4pPr marL="1778000" algn="l" defTabSz="118554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371090" algn="l" defTabSz="118554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2963545" algn="l" defTabSz="118554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556000" algn="l" defTabSz="118554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149090" algn="l" defTabSz="118554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4741545" algn="l" defTabSz="118554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/>
          <p:cNvSpPr txBox="1"/>
          <p:nvPr/>
        </p:nvSpPr>
        <p:spPr>
          <a:xfrm>
            <a:off x="5471962" y="2055861"/>
            <a:ext cx="5333198" cy="133945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ts val="344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defTabSz="913765">
              <a:lnSpc>
                <a:spcPct val="150000"/>
              </a:lnSpc>
            </a:pPr>
            <a:r>
              <a:rPr lang="en-US" altLang="zh-CN" sz="2400" b="1" dirty="0">
                <a:solidFill>
                  <a:srgbClr val="1D1D1A"/>
                </a:solidFill>
              </a:rPr>
              <a:t>Deepseek V4.1 Exp </a:t>
            </a:r>
            <a:r>
              <a:rPr lang="zh-CN" altLang="en-US" sz="2400" b="1" dirty="0">
                <a:solidFill>
                  <a:srgbClr val="1D1D1A"/>
                </a:solidFill>
              </a:rPr>
              <a:t>模型结构分析</a:t>
            </a:r>
            <a:endParaRPr lang="en-US" altLang="zh-CN" sz="2400" b="1" dirty="0">
              <a:solidFill>
                <a:srgbClr val="1D1D1A"/>
              </a:solidFill>
            </a:endParaRPr>
          </a:p>
          <a:p>
            <a:pPr defTabSz="913765">
              <a:lnSpc>
                <a:spcPct val="150000"/>
              </a:lnSpc>
            </a:pPr>
            <a:endParaRPr lang="en-US" altLang="zh-CN" sz="2400" b="1" dirty="0">
              <a:solidFill>
                <a:srgbClr val="1D1D1A"/>
              </a:solidFill>
            </a:endParaRPr>
          </a:p>
          <a:p>
            <a:pPr defTabSz="913765">
              <a:lnSpc>
                <a:spcPct val="150000"/>
              </a:lnSpc>
            </a:pPr>
            <a:endParaRPr lang="en-US" altLang="zh-CN" sz="2400" b="1" dirty="0">
              <a:solidFill>
                <a:srgbClr val="1D1D1A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 bwMode="auto">
          <a:xfrm>
            <a:off x="0" y="70578"/>
            <a:ext cx="12267344" cy="5506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78038" tIns="39019" rIns="78038" bIns="39019" numCol="1" anchor="ctr" anchorCtr="0" compatLnSpc="1"/>
          <a:lstStyle>
            <a:lvl1pPr algn="l" defTabSz="775970" rtl="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990000"/>
                </a:solidFill>
                <a:latin typeface="+mj-lt"/>
                <a:ea typeface="+mj-ea"/>
                <a:cs typeface="+mj-cs"/>
              </a:defRPr>
            </a:lvl1pPr>
            <a:lvl2pPr algn="l" defTabSz="775970" rtl="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990000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algn="l" defTabSz="775970" rtl="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990000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algn="l" defTabSz="775970" rtl="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990000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algn="l" defTabSz="775970" rtl="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990000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455930" algn="l" defTabSz="782320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990000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911860" algn="l" defTabSz="782320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990000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1368425" algn="l" defTabSz="782320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990000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1824355" algn="l" defTabSz="782320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990000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1186180" rtl="0" eaLnBrk="1" fontAlgn="auto" latinLnBrk="0" hangingPunct="1">
              <a:lnSpc>
                <a:spcPts val="343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DeepSeek-V4.1-Exp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: 543B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参数量的</a:t>
            </a:r>
            <a:r>
              <a:rPr lang="zh-CN" altLang="en-US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</a:t>
            </a:r>
            <a:r>
              <a:rPr lang="en-US" altLang="zh-CN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DSA</a:t>
            </a:r>
            <a:r>
              <a:rPr lang="zh-CN" altLang="en-US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模型，共</a:t>
            </a:r>
            <a:r>
              <a:rPr lang="en-US" altLang="zh-CN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40</a:t>
            </a:r>
            <a:r>
              <a:rPr lang="zh-CN" altLang="en-US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层，路由专家总数</a:t>
            </a:r>
            <a:r>
              <a:rPr lang="en-US" altLang="zh-CN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384</a:t>
            </a:r>
            <a:r>
              <a:rPr lang="zh-CN" altLang="en-US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，使用</a:t>
            </a:r>
            <a:r>
              <a:rPr lang="en-US" altLang="zh-CN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Engram</a:t>
            </a:r>
            <a:r>
              <a:rPr lang="zh-CN" altLang="en-US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模块，支持</a:t>
            </a:r>
            <a:r>
              <a:rPr lang="en-US" altLang="zh-CN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1M</a:t>
            </a:r>
            <a:r>
              <a:rPr lang="zh-CN" altLang="en-US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及多模态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6" name="矩形 305"/>
          <p:cNvSpPr/>
          <p:nvPr/>
        </p:nvSpPr>
        <p:spPr>
          <a:xfrm>
            <a:off x="171719" y="623451"/>
            <a:ext cx="707687" cy="1392726"/>
          </a:xfrm>
          <a:prstGeom prst="rect">
            <a:avLst/>
          </a:prstGeom>
          <a:solidFill>
            <a:srgbClr val="C00000"/>
          </a:solidFill>
          <a:ln w="3175" cap="flat">
            <a:noFill/>
            <a:miter lim="400000"/>
          </a:ln>
          <a:effectLst/>
        </p:spPr>
        <p:txBody>
          <a:bodyPr wrap="square" lIns="35949" tIns="35949" rIns="35949" bIns="35949" numCol="1" anchor="ctr">
            <a:noAutofit/>
          </a:bodyPr>
          <a:lstStyle/>
          <a:p>
            <a:pPr algn="ctr" defTabSz="1718310">
              <a:defRPr/>
            </a:pPr>
            <a:r>
              <a:rPr lang="zh-CN" altLang="en-US" sz="14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</a:t>
            </a:r>
            <a:endParaRPr lang="en-US" altLang="zh-CN" sz="1400" b="1" kern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defTabSz="1718310">
              <a:defRPr/>
            </a:pPr>
            <a:r>
              <a:rPr lang="zh-CN" altLang="en-US" sz="14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结论</a:t>
            </a:r>
            <a:endParaRPr lang="en-US" altLang="zh-CN" sz="1400" b="1" kern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7" name="矩形 306"/>
          <p:cNvSpPr/>
          <p:nvPr/>
        </p:nvSpPr>
        <p:spPr>
          <a:xfrm>
            <a:off x="902990" y="620431"/>
            <a:ext cx="11081647" cy="1392726"/>
          </a:xfrm>
          <a:prstGeom prst="rect">
            <a:avLst/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171450" indent="-171450" defTabSz="91313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模型概览：</a:t>
            </a:r>
            <a:r>
              <a:rPr lang="en-US" altLang="zh-CN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40 </a:t>
            </a:r>
            <a:r>
              <a:rPr lang="zh-CN" altLang="en-US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层主干 </a:t>
            </a:r>
            <a:r>
              <a:rPr lang="en-US" altLang="zh-CN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+ 3 </a:t>
            </a:r>
            <a:r>
              <a:rPr lang="zh-CN" altLang="en-US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层 </a:t>
            </a:r>
            <a:r>
              <a:rPr lang="en-US" altLang="zh-CN" sz="120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DSpark</a:t>
            </a:r>
            <a:r>
              <a:rPr lang="zh-CN" altLang="en-US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Attention</a:t>
            </a:r>
            <a:r>
              <a:rPr lang="zh-CN" altLang="en-US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为新版</a:t>
            </a:r>
            <a:r>
              <a:rPr lang="en-US" altLang="zh-CN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DSA</a:t>
            </a:r>
            <a:r>
              <a:rPr lang="zh-CN" altLang="en-US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，改进</a:t>
            </a:r>
            <a:r>
              <a:rPr lang="en-US" altLang="zh-CN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Indexer</a:t>
            </a:r>
            <a:r>
              <a:rPr lang="zh-CN" altLang="en-US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逻辑进一步压缩</a:t>
            </a:r>
            <a:r>
              <a:rPr lang="en-US" altLang="zh-CN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KV</a:t>
            </a:r>
            <a:r>
              <a:rPr lang="zh-CN" altLang="en-US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占用；新增</a:t>
            </a:r>
            <a:r>
              <a:rPr lang="en-US" altLang="zh-CN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Engram</a:t>
            </a:r>
            <a:r>
              <a:rPr lang="zh-CN" altLang="en-US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模块整网查表</a:t>
            </a:r>
            <a:r>
              <a:rPr lang="en-US" altLang="zh-CN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次；</a:t>
            </a:r>
            <a:r>
              <a:rPr lang="en-US" altLang="zh-CN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MOE</a:t>
            </a:r>
            <a:r>
              <a:rPr lang="zh-CN" altLang="en-US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部分每层 </a:t>
            </a:r>
            <a:r>
              <a:rPr lang="en-US" altLang="zh-CN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384 </a:t>
            </a:r>
            <a:r>
              <a:rPr lang="zh-CN" altLang="en-US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个路由专家及 </a:t>
            </a:r>
            <a:r>
              <a:rPr lang="en-US" altLang="zh-CN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个共享专家，每</a:t>
            </a:r>
            <a:r>
              <a:rPr lang="en-US" altLang="zh-CN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Token</a:t>
            </a:r>
            <a:r>
              <a:rPr lang="zh-CN" altLang="en-US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激活</a:t>
            </a:r>
            <a:r>
              <a:rPr lang="en-US" altLang="zh-CN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个路由专家；支持</a:t>
            </a:r>
            <a:r>
              <a:rPr lang="en-US" altLang="zh-CN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1M</a:t>
            </a:r>
            <a:r>
              <a:rPr lang="zh-CN" altLang="en-US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上下文及多模态。</a:t>
            </a:r>
            <a:endParaRPr lang="en-US" altLang="zh-CN" sz="12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 defTabSz="91313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zh-CN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Attention</a:t>
            </a:r>
            <a:r>
              <a:rPr lang="zh-CN" altLang="en-US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：保留 </a:t>
            </a:r>
            <a:r>
              <a:rPr lang="en-US" altLang="zh-CN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128-token</a:t>
            </a:r>
            <a:r>
              <a:rPr lang="zh-CN" altLang="en-US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窗口大小的</a:t>
            </a:r>
            <a:r>
              <a:rPr lang="en-US" altLang="zh-CN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SWA</a:t>
            </a:r>
            <a:r>
              <a:rPr lang="zh-CN" altLang="en-US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Main KV / Indexer KV </a:t>
            </a:r>
            <a:r>
              <a:rPr lang="zh-CN" altLang="en-US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由 </a:t>
            </a:r>
            <a:r>
              <a:rPr lang="en-US" altLang="zh-CN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L2</a:t>
            </a:r>
            <a:r>
              <a:rPr lang="zh-CN" altLang="en-US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L8</a:t>
            </a:r>
            <a:r>
              <a:rPr lang="zh-CN" altLang="en-US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L14</a:t>
            </a:r>
            <a:r>
              <a:rPr lang="zh-CN" altLang="en-US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L20 </a:t>
            </a:r>
            <a:r>
              <a:rPr lang="zh-CN" altLang="en-US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四层生成并共享， </a:t>
            </a:r>
            <a:r>
              <a:rPr lang="en-US" altLang="zh-CN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L20 </a:t>
            </a:r>
            <a:r>
              <a:rPr lang="zh-CN" altLang="en-US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引入 </a:t>
            </a:r>
            <a:r>
              <a:rPr lang="en-US" altLang="zh-CN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2048 </a:t>
            </a:r>
            <a:r>
              <a:rPr lang="zh-CN" altLang="en-US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 </a:t>
            </a:r>
            <a:r>
              <a:rPr lang="en-US" altLang="zh-CN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8-token </a:t>
            </a:r>
            <a:r>
              <a:rPr lang="zh-CN" altLang="en-US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候选块，后续 </a:t>
            </a:r>
            <a:r>
              <a:rPr lang="en-US" altLang="zh-CN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Indexer </a:t>
            </a:r>
            <a:r>
              <a:rPr lang="zh-CN" altLang="en-US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在候选范围内选择。</a:t>
            </a:r>
            <a:endParaRPr lang="en-US" altLang="zh-CN" sz="12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 defTabSz="91313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zh-CN" sz="12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Engram</a:t>
            </a:r>
            <a:r>
              <a:rPr lang="zh-CN" altLang="en-US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L1</a:t>
            </a:r>
            <a:r>
              <a:rPr lang="zh-CN" altLang="en-US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L14 </a:t>
            </a:r>
            <a:r>
              <a:rPr lang="zh-CN" altLang="en-US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新增 </a:t>
            </a:r>
            <a:r>
              <a:rPr lang="en-US" altLang="zh-CN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2–4 gram </a:t>
            </a:r>
            <a:r>
              <a:rPr lang="zh-CN" altLang="en-US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查表和门控残差注入；两张 </a:t>
            </a:r>
            <a:r>
              <a:rPr lang="en-US" altLang="zh-CN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FP8 table</a:t>
            </a:r>
            <a:r>
              <a:rPr lang="zh-CN" altLang="en-US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含约 </a:t>
            </a:r>
            <a:r>
              <a:rPr lang="en-US" altLang="zh-CN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196.6B </a:t>
            </a:r>
            <a:r>
              <a:rPr lang="zh-CN" altLang="en-US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参数，</a:t>
            </a:r>
            <a:r>
              <a:rPr lang="en-US" altLang="zh-CN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table</a:t>
            </a:r>
            <a:r>
              <a:rPr lang="zh-CN" altLang="en-US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 </a:t>
            </a:r>
            <a:r>
              <a:rPr lang="en-US" altLang="zh-CN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scale </a:t>
            </a:r>
            <a:r>
              <a:rPr lang="zh-CN" altLang="en-US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共约 </a:t>
            </a:r>
            <a:r>
              <a:rPr lang="en-US" altLang="zh-CN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188.83 </a:t>
            </a:r>
            <a:r>
              <a:rPr lang="en-US" altLang="zh-CN" sz="120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GiB</a:t>
            </a:r>
            <a:r>
              <a:rPr lang="zh-CN" altLang="en-US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2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显存开销大</a:t>
            </a:r>
            <a:r>
              <a:rPr lang="zh-CN" altLang="en-US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2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 defTabSz="91313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原生量化：模型路由专家采用 </a:t>
            </a:r>
            <a:r>
              <a:rPr lang="en-US" altLang="zh-CN" sz="12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FP4</a:t>
            </a:r>
            <a:r>
              <a:rPr lang="zh-CN" altLang="en-US" sz="12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量化</a:t>
            </a:r>
            <a:r>
              <a:rPr lang="zh-CN" altLang="en-US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DSA</a:t>
            </a:r>
            <a:r>
              <a:rPr lang="zh-CN" altLang="en-US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Indexer</a:t>
            </a:r>
            <a:r>
              <a:rPr lang="zh-CN" altLang="en-US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以及共享专家</a:t>
            </a:r>
            <a:r>
              <a:rPr lang="zh-CN" altLang="en-US" sz="12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保持</a:t>
            </a:r>
            <a:r>
              <a:rPr lang="en-US" altLang="zh-CN" sz="12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FP8</a:t>
            </a:r>
            <a:r>
              <a:rPr lang="zh-CN" altLang="en-US" sz="12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格式，</a:t>
            </a:r>
            <a:r>
              <a:rPr lang="zh-CN" altLang="en-US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其他部分包括</a:t>
            </a:r>
            <a:r>
              <a:rPr lang="en-US" altLang="zh-CN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engram</a:t>
            </a:r>
            <a:r>
              <a:rPr lang="zh-CN" altLang="en-US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compressor</a:t>
            </a:r>
            <a:r>
              <a:rPr lang="zh-CN" altLang="en-US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20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mHC</a:t>
            </a:r>
            <a:r>
              <a:rPr lang="zh-CN" altLang="en-US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部分</a:t>
            </a:r>
            <a:r>
              <a:rPr lang="en-US" altLang="zh-CN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Linear</a:t>
            </a:r>
            <a:r>
              <a:rPr lang="zh-CN" altLang="en-US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采用</a:t>
            </a:r>
            <a:r>
              <a:rPr lang="en-US" altLang="zh-CN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FP32/BF16</a:t>
            </a:r>
            <a:r>
              <a:rPr lang="zh-CN" altLang="en-US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混合精度</a:t>
            </a:r>
            <a:endParaRPr lang="en-US" altLang="zh-CN" sz="12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50" name="Picture 2" descr="Image preview">
            <a:extLst>
              <a:ext uri="{FF2B5EF4-FFF2-40B4-BE49-F238E27FC236}">
                <a16:creationId xmlns:a16="http://schemas.microsoft.com/office/drawing/2014/main" id="{C6341671-FBE6-4F86-A42F-79D90F254B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640" y="2036101"/>
            <a:ext cx="5279164" cy="4504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98DAE2B5-D7C1-4FE6-83F4-7CABB0470428}"/>
              </a:ext>
            </a:extLst>
          </p:cNvPr>
          <p:cNvSpPr txBox="1"/>
          <p:nvPr/>
        </p:nvSpPr>
        <p:spPr>
          <a:xfrm>
            <a:off x="1579418" y="1032538"/>
            <a:ext cx="204700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zh-CN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一些总结性的结论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DDD1FF9-64C5-493C-988D-35A7990B75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0804" y="2272146"/>
            <a:ext cx="5705258" cy="1749136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BBAEAE67-BA35-47E7-A373-BA8786EB6848}"/>
              </a:ext>
            </a:extLst>
          </p:cNvPr>
          <p:cNvSpPr txBox="1"/>
          <p:nvPr/>
        </p:nvSpPr>
        <p:spPr>
          <a:xfrm>
            <a:off x="6792191" y="2869715"/>
            <a:ext cx="2767445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zh-CN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一些具体的参数，包括</a:t>
            </a:r>
            <a:r>
              <a:rPr kumimoji="1" lang="en-US" altLang="zh-CN" b="1" dirty="0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shape</a:t>
            </a:r>
            <a:r>
              <a:rPr kumimoji="1" lang="zh-CN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1" lang="en-US" altLang="zh-CN" b="1" dirty="0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flops</a:t>
            </a:r>
            <a:r>
              <a:rPr kumimoji="1" lang="zh-CN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等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E974E54-21D6-4A98-9979-E3B7844F6CBE}"/>
              </a:ext>
            </a:extLst>
          </p:cNvPr>
          <p:cNvSpPr txBox="1"/>
          <p:nvPr/>
        </p:nvSpPr>
        <p:spPr>
          <a:xfrm>
            <a:off x="6098381" y="4157747"/>
            <a:ext cx="5017271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核心的计算逻辑，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计算的负载分析，重点关注和创新前</a:t>
            </a:r>
            <a:r>
              <a:rPr kumimoji="0" lang="zh-CN" altLang="en-US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对比对昇腾的诉求上的改变（例如是不是显存高了，是不是</a:t>
            </a:r>
            <a:r>
              <a:rPr lang="en-US" altLang="zh-CN" b="1" dirty="0">
                <a:solidFill>
                  <a:srgbClr val="FF0000"/>
                </a:solidFill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cube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占比高了）</a:t>
            </a:r>
            <a:endParaRPr kumimoji="0" lang="zh-CN" altLang="zh-CN" sz="40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highlight>
                <a:srgbClr val="FFFF00"/>
              </a:highlight>
              <a:latin typeface="Arial" panose="020B0604020202020204" pitchFamily="34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91AE814-7B8D-429A-8D49-EBCCB91E1375}"/>
              </a:ext>
            </a:extLst>
          </p:cNvPr>
          <p:cNvSpPr txBox="1"/>
          <p:nvPr/>
        </p:nvSpPr>
        <p:spPr>
          <a:xfrm>
            <a:off x="6258791" y="5436213"/>
            <a:ext cx="5017271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需求开发（有哪些需求）</a:t>
            </a:r>
            <a:endParaRPr kumimoji="0" lang="zh-CN" altLang="zh-CN" sz="40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highlight>
                <a:srgbClr val="FFFF00"/>
              </a:highlight>
              <a:latin typeface="Arial" panose="020B0604020202020204" pitchFamily="34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5A207AF-BA8F-4F92-AE57-530F37184C8B}"/>
              </a:ext>
            </a:extLst>
          </p:cNvPr>
          <p:cNvSpPr txBox="1"/>
          <p:nvPr/>
        </p:nvSpPr>
        <p:spPr>
          <a:xfrm>
            <a:off x="6371075" y="6265176"/>
            <a:ext cx="5017271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趋势方向的思考</a:t>
            </a:r>
            <a:endParaRPr kumimoji="0" lang="zh-CN" altLang="zh-CN" sz="40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highlight>
                <a:srgbClr val="FFFF00"/>
              </a:highlight>
              <a:latin typeface="Arial" panose="020B0604020202020204" pitchFamily="34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131A3FF-E867-432F-8053-73AC0F9F6583}"/>
              </a:ext>
            </a:extLst>
          </p:cNvPr>
          <p:cNvSpPr txBox="1"/>
          <p:nvPr/>
        </p:nvSpPr>
        <p:spPr>
          <a:xfrm>
            <a:off x="1579417" y="2869715"/>
            <a:ext cx="20470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zh-CN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一些总结性的结论模块架构图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0E97BBE4-25B3-4A92-B9DD-D8E80FE895D4}"/>
              </a:ext>
            </a:extLst>
          </p:cNvPr>
          <p:cNvGrpSpPr/>
          <p:nvPr/>
        </p:nvGrpSpPr>
        <p:grpSpPr>
          <a:xfrm>
            <a:off x="1039145" y="-25781"/>
            <a:ext cx="10923813" cy="3681219"/>
            <a:chOff x="734616" y="89761"/>
            <a:chExt cx="10923813" cy="3681219"/>
          </a:xfrm>
        </p:grpSpPr>
        <p:sp>
          <p:nvSpPr>
            <p:cNvPr id="291" name="矩形 290">
              <a:extLst>
                <a:ext uri="{FF2B5EF4-FFF2-40B4-BE49-F238E27FC236}">
                  <a16:creationId xmlns:a16="http://schemas.microsoft.com/office/drawing/2014/main" id="{72A01323-8385-4B6F-A067-EBF02CBE6D36}"/>
                </a:ext>
              </a:extLst>
            </p:cNvPr>
            <p:cNvSpPr/>
            <p:nvPr/>
          </p:nvSpPr>
          <p:spPr>
            <a:xfrm>
              <a:off x="1672409" y="1927625"/>
              <a:ext cx="4441819" cy="1843355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04" name="矩形 203">
              <a:extLst>
                <a:ext uri="{FF2B5EF4-FFF2-40B4-BE49-F238E27FC236}">
                  <a16:creationId xmlns:a16="http://schemas.microsoft.com/office/drawing/2014/main" id="{167EB3D5-7168-4D70-BE8B-04B884826AF4}"/>
                </a:ext>
              </a:extLst>
            </p:cNvPr>
            <p:cNvSpPr/>
            <p:nvPr/>
          </p:nvSpPr>
          <p:spPr>
            <a:xfrm>
              <a:off x="6112984" y="89761"/>
              <a:ext cx="5545445" cy="3667531"/>
            </a:xfrm>
            <a:prstGeom prst="rect">
              <a:avLst/>
            </a:prstGeom>
            <a:solidFill>
              <a:schemeClr val="accent5">
                <a:lumMod val="20000"/>
                <a:lumOff val="80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47067921-C2AD-4D88-B07A-ACA652D82A78}"/>
                </a:ext>
              </a:extLst>
            </p:cNvPr>
            <p:cNvSpPr/>
            <p:nvPr/>
          </p:nvSpPr>
          <p:spPr>
            <a:xfrm>
              <a:off x="1671508" y="89762"/>
              <a:ext cx="4441819" cy="1843355"/>
            </a:xfrm>
            <a:prstGeom prst="rect">
              <a:avLst/>
            </a:prstGeom>
            <a:solidFill>
              <a:srgbClr val="F7E5D2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5D90E6AF-C648-4B52-B4C1-64DBC6561F23}"/>
                </a:ext>
              </a:extLst>
            </p:cNvPr>
            <p:cNvSpPr/>
            <p:nvPr/>
          </p:nvSpPr>
          <p:spPr>
            <a:xfrm rot="5400000">
              <a:off x="501037" y="1918830"/>
              <a:ext cx="722916" cy="255758"/>
            </a:xfrm>
            <a:prstGeom prst="roundRect">
              <a:avLst/>
            </a:prstGeom>
            <a:solidFill>
              <a:schemeClr val="tx2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Input</a:t>
              </a:r>
              <a:endParaRPr lang="zh-CN" altLang="en-US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矩形: 圆角 24">
              <a:extLst>
                <a:ext uri="{FF2B5EF4-FFF2-40B4-BE49-F238E27FC236}">
                  <a16:creationId xmlns:a16="http://schemas.microsoft.com/office/drawing/2014/main" id="{E73D64A0-8281-42F7-9AB8-DAFC1441C1C8}"/>
                </a:ext>
              </a:extLst>
            </p:cNvPr>
            <p:cNvSpPr/>
            <p:nvPr/>
          </p:nvSpPr>
          <p:spPr>
            <a:xfrm rot="5400000">
              <a:off x="1031459" y="1924565"/>
              <a:ext cx="722916" cy="255758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700" dirty="0" err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LayerNorm</a:t>
              </a:r>
              <a:endParaRPr lang="zh-CN" altLang="en-US" sz="7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96C7C0CF-6789-46B6-BD2F-1B5707C66D66}"/>
                </a:ext>
              </a:extLst>
            </p:cNvPr>
            <p:cNvSpPr/>
            <p:nvPr/>
          </p:nvSpPr>
          <p:spPr>
            <a:xfrm rot="5400000">
              <a:off x="2291964" y="432352"/>
              <a:ext cx="722916" cy="255758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800" dirty="0" err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Linear_q</a:t>
              </a:r>
              <a:endParaRPr lang="zh-CN" altLang="en-US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矩形: 圆角 26">
              <a:extLst>
                <a:ext uri="{FF2B5EF4-FFF2-40B4-BE49-F238E27FC236}">
                  <a16:creationId xmlns:a16="http://schemas.microsoft.com/office/drawing/2014/main" id="{2B26BCD6-1D2C-4142-9185-175FE4BB5288}"/>
                </a:ext>
              </a:extLst>
            </p:cNvPr>
            <p:cNvSpPr/>
            <p:nvPr/>
          </p:nvSpPr>
          <p:spPr>
            <a:xfrm rot="5400000">
              <a:off x="2781713" y="432352"/>
              <a:ext cx="722916" cy="255758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700" dirty="0" err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LayerNorm</a:t>
              </a:r>
              <a:endParaRPr lang="zh-CN" altLang="en-US" sz="7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矩形: 圆角 27">
              <a:extLst>
                <a:ext uri="{FF2B5EF4-FFF2-40B4-BE49-F238E27FC236}">
                  <a16:creationId xmlns:a16="http://schemas.microsoft.com/office/drawing/2014/main" id="{CDB80F46-1832-44DE-A09F-968DBF74449D}"/>
                </a:ext>
              </a:extLst>
            </p:cNvPr>
            <p:cNvSpPr/>
            <p:nvPr/>
          </p:nvSpPr>
          <p:spPr>
            <a:xfrm rot="5400000">
              <a:off x="2790538" y="1363785"/>
              <a:ext cx="722913" cy="255758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700" dirty="0" err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LayerNorm</a:t>
              </a:r>
              <a:endParaRPr lang="zh-CN" altLang="en-US" sz="7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矩形: 圆角 28">
              <a:extLst>
                <a:ext uri="{FF2B5EF4-FFF2-40B4-BE49-F238E27FC236}">
                  <a16:creationId xmlns:a16="http://schemas.microsoft.com/office/drawing/2014/main" id="{2E8C5871-B4C1-4EB6-880C-DC29C46D6CB9}"/>
                </a:ext>
              </a:extLst>
            </p:cNvPr>
            <p:cNvSpPr/>
            <p:nvPr/>
          </p:nvSpPr>
          <p:spPr>
            <a:xfrm rot="5400000">
              <a:off x="2291963" y="1363783"/>
              <a:ext cx="722915" cy="255758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800" dirty="0" err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Linear_kv</a:t>
              </a:r>
              <a:endParaRPr lang="zh-CN" altLang="en-US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矩形: 圆角 29">
              <a:extLst>
                <a:ext uri="{FF2B5EF4-FFF2-40B4-BE49-F238E27FC236}">
                  <a16:creationId xmlns:a16="http://schemas.microsoft.com/office/drawing/2014/main" id="{F122293E-0D4D-4719-84FE-7D7A52239DA2}"/>
                </a:ext>
              </a:extLst>
            </p:cNvPr>
            <p:cNvSpPr/>
            <p:nvPr/>
          </p:nvSpPr>
          <p:spPr>
            <a:xfrm rot="5400000">
              <a:off x="3262048" y="437868"/>
              <a:ext cx="722916" cy="255758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Up Linear</a:t>
              </a:r>
              <a:endParaRPr lang="zh-CN" altLang="en-US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矩形: 圆角 30">
              <a:extLst>
                <a:ext uri="{FF2B5EF4-FFF2-40B4-BE49-F238E27FC236}">
                  <a16:creationId xmlns:a16="http://schemas.microsoft.com/office/drawing/2014/main" id="{B4A1CFCB-2A34-415A-888A-999CFFDDDA0F}"/>
                </a:ext>
              </a:extLst>
            </p:cNvPr>
            <p:cNvSpPr/>
            <p:nvPr/>
          </p:nvSpPr>
          <p:spPr>
            <a:xfrm rot="5400000">
              <a:off x="4412448" y="1008539"/>
              <a:ext cx="1303517" cy="255756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800" dirty="0" err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SparseFlashAttnetion</a:t>
              </a:r>
              <a:endParaRPr lang="zh-CN" altLang="en-US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34" name="直接箭头连接符 33">
              <a:extLst>
                <a:ext uri="{FF2B5EF4-FFF2-40B4-BE49-F238E27FC236}">
                  <a16:creationId xmlns:a16="http://schemas.microsoft.com/office/drawing/2014/main" id="{AA5BD981-88D9-472D-9D80-41420E98DA8D}"/>
                </a:ext>
              </a:extLst>
            </p:cNvPr>
            <p:cNvCxnSpPr>
              <a:cxnSpLocks/>
              <a:endCxn id="25" idx="2"/>
            </p:cNvCxnSpPr>
            <p:nvPr/>
          </p:nvCxnSpPr>
          <p:spPr>
            <a:xfrm>
              <a:off x="994081" y="2052443"/>
              <a:ext cx="27095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连接符: 肘形 35">
              <a:extLst>
                <a:ext uri="{FF2B5EF4-FFF2-40B4-BE49-F238E27FC236}">
                  <a16:creationId xmlns:a16="http://schemas.microsoft.com/office/drawing/2014/main" id="{062F0C9A-9639-44BA-9088-8DB0E0B2F315}"/>
                </a:ext>
              </a:extLst>
            </p:cNvPr>
            <p:cNvCxnSpPr>
              <a:cxnSpLocks/>
              <a:endCxn id="29" idx="2"/>
            </p:cNvCxnSpPr>
            <p:nvPr/>
          </p:nvCxnSpPr>
          <p:spPr>
            <a:xfrm flipV="1">
              <a:off x="1525808" y="1491663"/>
              <a:ext cx="999734" cy="350287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直接箭头连接符 37">
              <a:extLst>
                <a:ext uri="{FF2B5EF4-FFF2-40B4-BE49-F238E27FC236}">
                  <a16:creationId xmlns:a16="http://schemas.microsoft.com/office/drawing/2014/main" id="{760E0104-A68F-425F-A956-20D8F2299503}"/>
                </a:ext>
              </a:extLst>
            </p:cNvPr>
            <p:cNvCxnSpPr>
              <a:stCxn id="26" idx="0"/>
              <a:endCxn id="27" idx="2"/>
            </p:cNvCxnSpPr>
            <p:nvPr/>
          </p:nvCxnSpPr>
          <p:spPr>
            <a:xfrm>
              <a:off x="2781300" y="560231"/>
              <a:ext cx="23399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直接箭头连接符 38">
              <a:extLst>
                <a:ext uri="{FF2B5EF4-FFF2-40B4-BE49-F238E27FC236}">
                  <a16:creationId xmlns:a16="http://schemas.microsoft.com/office/drawing/2014/main" id="{54D7A3FC-5F97-4EF9-A4DB-6DEEC06F437B}"/>
                </a:ext>
              </a:extLst>
            </p:cNvPr>
            <p:cNvCxnSpPr>
              <a:stCxn id="27" idx="0"/>
              <a:endCxn id="30" idx="2"/>
            </p:cNvCxnSpPr>
            <p:nvPr/>
          </p:nvCxnSpPr>
          <p:spPr>
            <a:xfrm>
              <a:off x="3271050" y="560231"/>
              <a:ext cx="224578" cy="551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直接箭头连接符 39">
              <a:extLst>
                <a:ext uri="{FF2B5EF4-FFF2-40B4-BE49-F238E27FC236}">
                  <a16:creationId xmlns:a16="http://schemas.microsoft.com/office/drawing/2014/main" id="{7BB1B734-DEBA-4613-A0E5-08F5B391D923}"/>
                </a:ext>
              </a:extLst>
            </p:cNvPr>
            <p:cNvCxnSpPr>
              <a:stCxn id="29" idx="0"/>
              <a:endCxn id="28" idx="2"/>
            </p:cNvCxnSpPr>
            <p:nvPr/>
          </p:nvCxnSpPr>
          <p:spPr>
            <a:xfrm>
              <a:off x="2781300" y="1491663"/>
              <a:ext cx="242816" cy="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矩形: 圆角 40">
              <a:extLst>
                <a:ext uri="{FF2B5EF4-FFF2-40B4-BE49-F238E27FC236}">
                  <a16:creationId xmlns:a16="http://schemas.microsoft.com/office/drawing/2014/main" id="{EA1FF795-33D2-4317-8161-D2278D9177F1}"/>
                </a:ext>
              </a:extLst>
            </p:cNvPr>
            <p:cNvSpPr/>
            <p:nvPr/>
          </p:nvSpPr>
          <p:spPr>
            <a:xfrm rot="5400000">
              <a:off x="5109265" y="693866"/>
              <a:ext cx="799746" cy="199212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7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Linear_g_proj</a:t>
              </a:r>
              <a:endParaRPr lang="zh-CN" altLang="en-US" sz="7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3" name="椭圆 82">
              <a:extLst>
                <a:ext uri="{FF2B5EF4-FFF2-40B4-BE49-F238E27FC236}">
                  <a16:creationId xmlns:a16="http://schemas.microsoft.com/office/drawing/2014/main" id="{A105E412-0B38-4830-858F-38FA80E86CAD}"/>
                </a:ext>
              </a:extLst>
            </p:cNvPr>
            <p:cNvSpPr/>
            <p:nvPr/>
          </p:nvSpPr>
          <p:spPr>
            <a:xfrm>
              <a:off x="1050461" y="1832470"/>
              <a:ext cx="129674" cy="13544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600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4" name="椭圆 83">
              <a:extLst>
                <a:ext uri="{FF2B5EF4-FFF2-40B4-BE49-F238E27FC236}">
                  <a16:creationId xmlns:a16="http://schemas.microsoft.com/office/drawing/2014/main" id="{59C0678E-9CED-4413-ADCB-68D4E706030F}"/>
                </a:ext>
              </a:extLst>
            </p:cNvPr>
            <p:cNvSpPr/>
            <p:nvPr/>
          </p:nvSpPr>
          <p:spPr>
            <a:xfrm>
              <a:off x="1604083" y="1835728"/>
              <a:ext cx="129674" cy="13544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600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5" name="椭圆 84">
              <a:extLst>
                <a:ext uri="{FF2B5EF4-FFF2-40B4-BE49-F238E27FC236}">
                  <a16:creationId xmlns:a16="http://schemas.microsoft.com/office/drawing/2014/main" id="{04B90E84-6F24-43A8-A209-1F0261056538}"/>
                </a:ext>
              </a:extLst>
            </p:cNvPr>
            <p:cNvSpPr/>
            <p:nvPr/>
          </p:nvSpPr>
          <p:spPr>
            <a:xfrm>
              <a:off x="2835849" y="339843"/>
              <a:ext cx="129674" cy="13544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600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6" name="椭圆 85">
              <a:extLst>
                <a:ext uri="{FF2B5EF4-FFF2-40B4-BE49-F238E27FC236}">
                  <a16:creationId xmlns:a16="http://schemas.microsoft.com/office/drawing/2014/main" id="{93AB692F-2CAB-44E0-966A-55E38291A090}"/>
                </a:ext>
              </a:extLst>
            </p:cNvPr>
            <p:cNvSpPr/>
            <p:nvPr/>
          </p:nvSpPr>
          <p:spPr>
            <a:xfrm>
              <a:off x="3316963" y="339843"/>
              <a:ext cx="129674" cy="13544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600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sz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7" name="椭圆 86">
              <a:extLst>
                <a:ext uri="{FF2B5EF4-FFF2-40B4-BE49-F238E27FC236}">
                  <a16:creationId xmlns:a16="http://schemas.microsoft.com/office/drawing/2014/main" id="{1690EB93-79E3-47F2-B019-B9602B1E8698}"/>
                </a:ext>
              </a:extLst>
            </p:cNvPr>
            <p:cNvSpPr/>
            <p:nvPr/>
          </p:nvSpPr>
          <p:spPr>
            <a:xfrm>
              <a:off x="3827239" y="336134"/>
              <a:ext cx="129674" cy="13544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600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endParaRPr lang="zh-CN" altLang="en-US" sz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2" name="椭圆 91">
              <a:extLst>
                <a:ext uri="{FF2B5EF4-FFF2-40B4-BE49-F238E27FC236}">
                  <a16:creationId xmlns:a16="http://schemas.microsoft.com/office/drawing/2014/main" id="{0BF9863E-CFBE-4043-98ED-7640F7A8C43C}"/>
                </a:ext>
              </a:extLst>
            </p:cNvPr>
            <p:cNvSpPr/>
            <p:nvPr/>
          </p:nvSpPr>
          <p:spPr>
            <a:xfrm>
              <a:off x="2830360" y="1313894"/>
              <a:ext cx="129674" cy="13544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600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endParaRPr lang="zh-CN" altLang="en-US" sz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2" name="椭圆 141">
              <a:extLst>
                <a:ext uri="{FF2B5EF4-FFF2-40B4-BE49-F238E27FC236}">
                  <a16:creationId xmlns:a16="http://schemas.microsoft.com/office/drawing/2014/main" id="{83FD8D5A-FFDC-4D92-9E55-FE0B5B88CA41}"/>
                </a:ext>
              </a:extLst>
            </p:cNvPr>
            <p:cNvSpPr/>
            <p:nvPr/>
          </p:nvSpPr>
          <p:spPr>
            <a:xfrm>
              <a:off x="5221345" y="1396036"/>
              <a:ext cx="129674" cy="13544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60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9</a:t>
              </a:r>
              <a:endParaRPr lang="zh-CN" altLang="en-US" sz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" name="椭圆 111">
              <a:extLst>
                <a:ext uri="{FF2B5EF4-FFF2-40B4-BE49-F238E27FC236}">
                  <a16:creationId xmlns:a16="http://schemas.microsoft.com/office/drawing/2014/main" id="{EE1E224A-E795-4460-8F74-CB9DCDB36EF4}"/>
                </a:ext>
              </a:extLst>
            </p:cNvPr>
            <p:cNvSpPr/>
            <p:nvPr/>
          </p:nvSpPr>
          <p:spPr>
            <a:xfrm>
              <a:off x="3827099" y="1313894"/>
              <a:ext cx="129674" cy="13544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600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8</a:t>
              </a:r>
              <a:endParaRPr lang="zh-CN" altLang="en-US" sz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3" name="矩形: 圆角 112">
              <a:extLst>
                <a:ext uri="{FF2B5EF4-FFF2-40B4-BE49-F238E27FC236}">
                  <a16:creationId xmlns:a16="http://schemas.microsoft.com/office/drawing/2014/main" id="{6D7EC1B7-6B69-4C14-AD69-AD601AEADD9F}"/>
                </a:ext>
              </a:extLst>
            </p:cNvPr>
            <p:cNvSpPr/>
            <p:nvPr/>
          </p:nvSpPr>
          <p:spPr>
            <a:xfrm rot="5400000">
              <a:off x="5383296" y="1246680"/>
              <a:ext cx="1000126" cy="199212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Linear_o_proj</a:t>
              </a:r>
              <a:endParaRPr lang="zh-CN" altLang="en-US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" name="椭圆 119">
              <a:extLst>
                <a:ext uri="{FF2B5EF4-FFF2-40B4-BE49-F238E27FC236}">
                  <a16:creationId xmlns:a16="http://schemas.microsoft.com/office/drawing/2014/main" id="{7D7AE3F7-B350-4B7E-870F-E0B66448C701}"/>
                </a:ext>
              </a:extLst>
            </p:cNvPr>
            <p:cNvSpPr/>
            <p:nvPr/>
          </p:nvSpPr>
          <p:spPr>
            <a:xfrm>
              <a:off x="6059886" y="1534067"/>
              <a:ext cx="129674" cy="13544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" name="文本框 120">
              <a:extLst>
                <a:ext uri="{FF2B5EF4-FFF2-40B4-BE49-F238E27FC236}">
                  <a16:creationId xmlns:a16="http://schemas.microsoft.com/office/drawing/2014/main" id="{E5EA5FFC-20A1-4DD0-8C57-0C6D524AF408}"/>
                </a:ext>
              </a:extLst>
            </p:cNvPr>
            <p:cNvSpPr txBox="1"/>
            <p:nvPr/>
          </p:nvSpPr>
          <p:spPr>
            <a:xfrm>
              <a:off x="6076564" y="1557633"/>
              <a:ext cx="89768" cy="9233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kumimoji="1" lang="en-US" altLang="zh-CN" sz="600">
                  <a:solidFill>
                    <a:schemeClr val="tx2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11</a:t>
              </a:r>
              <a:endParaRPr kumimoji="1" lang="zh-CN" altLang="en-US" sz="600" dirty="0">
                <a:solidFill>
                  <a:schemeClr val="tx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16" name="文本框 115">
              <a:extLst>
                <a:ext uri="{FF2B5EF4-FFF2-40B4-BE49-F238E27FC236}">
                  <a16:creationId xmlns:a16="http://schemas.microsoft.com/office/drawing/2014/main" id="{EF0CCF85-5B39-4D35-A732-A549D23148FE}"/>
                </a:ext>
              </a:extLst>
            </p:cNvPr>
            <p:cNvSpPr txBox="1"/>
            <p:nvPr/>
          </p:nvSpPr>
          <p:spPr>
            <a:xfrm>
              <a:off x="4106821" y="361211"/>
              <a:ext cx="280572" cy="11814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kumimoji="1" lang="en-US" altLang="zh-CN" sz="8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Query</a:t>
              </a:r>
              <a:endParaRPr kumimoji="1" lang="zh-CN" altLang="en-US" sz="8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17" name="文本框 116">
              <a:extLst>
                <a:ext uri="{FF2B5EF4-FFF2-40B4-BE49-F238E27FC236}">
                  <a16:creationId xmlns:a16="http://schemas.microsoft.com/office/drawing/2014/main" id="{98B97D2B-4F7F-4F59-A1A1-F2362F9F49DF}"/>
                </a:ext>
              </a:extLst>
            </p:cNvPr>
            <p:cNvSpPr txBox="1"/>
            <p:nvPr/>
          </p:nvSpPr>
          <p:spPr>
            <a:xfrm>
              <a:off x="4099218" y="1243727"/>
              <a:ext cx="297255" cy="11814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kumimoji="1" lang="en-US" altLang="zh-CN" sz="8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Ori KV</a:t>
              </a:r>
              <a:endParaRPr kumimoji="1" lang="zh-CN" altLang="en-US" sz="8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52" name="文本框 151">
              <a:extLst>
                <a:ext uri="{FF2B5EF4-FFF2-40B4-BE49-F238E27FC236}">
                  <a16:creationId xmlns:a16="http://schemas.microsoft.com/office/drawing/2014/main" id="{196C4F94-D7D7-45D5-B139-D893BD3531C5}"/>
                </a:ext>
              </a:extLst>
            </p:cNvPr>
            <p:cNvSpPr txBox="1"/>
            <p:nvPr/>
          </p:nvSpPr>
          <p:spPr>
            <a:xfrm>
              <a:off x="1714222" y="213093"/>
              <a:ext cx="480996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kumimoji="1" lang="en-US" altLang="zh-CN" sz="1100" b="1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MLA</a:t>
              </a:r>
              <a:endParaRPr kumimoji="1" lang="zh-CN" altLang="en-US" sz="1100" b="1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1" name="矩形: 圆角 20">
              <a:extLst>
                <a:ext uri="{FF2B5EF4-FFF2-40B4-BE49-F238E27FC236}">
                  <a16:creationId xmlns:a16="http://schemas.microsoft.com/office/drawing/2014/main" id="{D6C01FED-0588-4B48-8BEF-BBD9A5BD4536}"/>
                </a:ext>
              </a:extLst>
            </p:cNvPr>
            <p:cNvSpPr/>
            <p:nvPr/>
          </p:nvSpPr>
          <p:spPr>
            <a:xfrm>
              <a:off x="7291448" y="2277452"/>
              <a:ext cx="1623065" cy="1020885"/>
            </a:xfrm>
            <a:prstGeom prst="roundRect">
              <a:avLst>
                <a:gd name="adj" fmla="val 7901"/>
              </a:avLst>
            </a:prstGeom>
            <a:solidFill>
              <a:schemeClr val="tx1">
                <a:lumMod val="10000"/>
                <a:lumOff val="90000"/>
              </a:schemeClr>
            </a:solidFill>
            <a:ln w="635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2" name="矩形: 圆角 21">
              <a:extLst>
                <a:ext uri="{FF2B5EF4-FFF2-40B4-BE49-F238E27FC236}">
                  <a16:creationId xmlns:a16="http://schemas.microsoft.com/office/drawing/2014/main" id="{181F03DE-0555-47D3-9D9C-33480E2E7DD9}"/>
                </a:ext>
              </a:extLst>
            </p:cNvPr>
            <p:cNvSpPr/>
            <p:nvPr/>
          </p:nvSpPr>
          <p:spPr>
            <a:xfrm>
              <a:off x="7300806" y="1129727"/>
              <a:ext cx="2505138" cy="1065229"/>
            </a:xfrm>
            <a:prstGeom prst="roundRect">
              <a:avLst>
                <a:gd name="adj" fmla="val 7901"/>
              </a:avLst>
            </a:prstGeom>
            <a:solidFill>
              <a:schemeClr val="tx1">
                <a:lumMod val="10000"/>
                <a:lumOff val="90000"/>
              </a:schemeClr>
            </a:solidFill>
            <a:ln w="635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50" name="矩形: 圆角 49">
              <a:extLst>
                <a:ext uri="{FF2B5EF4-FFF2-40B4-BE49-F238E27FC236}">
                  <a16:creationId xmlns:a16="http://schemas.microsoft.com/office/drawing/2014/main" id="{FB46122C-C9BE-49F3-8227-A67A477BC3F2}"/>
                </a:ext>
              </a:extLst>
            </p:cNvPr>
            <p:cNvSpPr/>
            <p:nvPr/>
          </p:nvSpPr>
          <p:spPr>
            <a:xfrm rot="5400000">
              <a:off x="5951625" y="1625344"/>
              <a:ext cx="883467" cy="255758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LayerNorm</a:t>
              </a:r>
              <a:endParaRPr lang="zh-CN" altLang="en-US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" name="矩形: 圆角 50">
              <a:extLst>
                <a:ext uri="{FF2B5EF4-FFF2-40B4-BE49-F238E27FC236}">
                  <a16:creationId xmlns:a16="http://schemas.microsoft.com/office/drawing/2014/main" id="{A1AECE6D-419F-453A-BB69-B40DEEBD591A}"/>
                </a:ext>
              </a:extLst>
            </p:cNvPr>
            <p:cNvSpPr/>
            <p:nvPr/>
          </p:nvSpPr>
          <p:spPr>
            <a:xfrm rot="5400000">
              <a:off x="6558616" y="1622172"/>
              <a:ext cx="722916" cy="255758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7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Latent down</a:t>
              </a:r>
              <a:endParaRPr lang="zh-CN" altLang="en-US" sz="7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52" name="直接箭头连接符 51">
              <a:extLst>
                <a:ext uri="{FF2B5EF4-FFF2-40B4-BE49-F238E27FC236}">
                  <a16:creationId xmlns:a16="http://schemas.microsoft.com/office/drawing/2014/main" id="{B5A69B77-713C-446C-AB5D-9173322DF9A5}"/>
                </a:ext>
              </a:extLst>
            </p:cNvPr>
            <p:cNvCxnSpPr>
              <a:cxnSpLocks/>
              <a:stCxn id="50" idx="0"/>
              <a:endCxn id="51" idx="2"/>
            </p:cNvCxnSpPr>
            <p:nvPr/>
          </p:nvCxnSpPr>
          <p:spPr>
            <a:xfrm flipV="1">
              <a:off x="6521238" y="1750051"/>
              <a:ext cx="270957" cy="317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4" name="矩形: 圆角 53">
              <a:extLst>
                <a:ext uri="{FF2B5EF4-FFF2-40B4-BE49-F238E27FC236}">
                  <a16:creationId xmlns:a16="http://schemas.microsoft.com/office/drawing/2014/main" id="{7A8145EC-8ECA-4143-95C0-38ED8398F977}"/>
                </a:ext>
              </a:extLst>
            </p:cNvPr>
            <p:cNvSpPr/>
            <p:nvPr/>
          </p:nvSpPr>
          <p:spPr>
            <a:xfrm rot="5400000">
              <a:off x="7179489" y="1622172"/>
              <a:ext cx="722915" cy="255758"/>
            </a:xfrm>
            <a:prstGeom prst="roundRect">
              <a:avLst/>
            </a:prstGeom>
            <a:solidFill>
              <a:srgbClr val="D8B3B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Permute</a:t>
              </a:r>
              <a:endParaRPr lang="zh-CN" altLang="en-US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5" name="矩形: 圆角 54">
              <a:extLst>
                <a:ext uri="{FF2B5EF4-FFF2-40B4-BE49-F238E27FC236}">
                  <a16:creationId xmlns:a16="http://schemas.microsoft.com/office/drawing/2014/main" id="{E2EC2711-8CC3-44C6-88C1-772891E00895}"/>
                </a:ext>
              </a:extLst>
            </p:cNvPr>
            <p:cNvSpPr/>
            <p:nvPr/>
          </p:nvSpPr>
          <p:spPr>
            <a:xfrm rot="5400000">
              <a:off x="7701759" y="1622173"/>
              <a:ext cx="722915" cy="255758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Linear</a:t>
              </a:r>
              <a:endParaRPr lang="zh-CN" altLang="en-US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6" name="矩形: 圆角 55">
              <a:extLst>
                <a:ext uri="{FF2B5EF4-FFF2-40B4-BE49-F238E27FC236}">
                  <a16:creationId xmlns:a16="http://schemas.microsoft.com/office/drawing/2014/main" id="{A15C45C7-26E6-4AED-B4E6-B3A673EEC3B0}"/>
                </a:ext>
              </a:extLst>
            </p:cNvPr>
            <p:cNvSpPr/>
            <p:nvPr/>
          </p:nvSpPr>
          <p:spPr>
            <a:xfrm rot="5400000">
              <a:off x="8214723" y="1625909"/>
              <a:ext cx="722915" cy="255758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Gelu</a:t>
              </a:r>
              <a:endParaRPr lang="zh-CN" altLang="en-US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" name="矩形: 圆角 56">
              <a:extLst>
                <a:ext uri="{FF2B5EF4-FFF2-40B4-BE49-F238E27FC236}">
                  <a16:creationId xmlns:a16="http://schemas.microsoft.com/office/drawing/2014/main" id="{E9FAAD11-E07D-4912-BCE7-A289629F0539}"/>
                </a:ext>
              </a:extLst>
            </p:cNvPr>
            <p:cNvSpPr/>
            <p:nvPr/>
          </p:nvSpPr>
          <p:spPr>
            <a:xfrm rot="5400000">
              <a:off x="8746297" y="1622172"/>
              <a:ext cx="722915" cy="255758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Linear</a:t>
              </a:r>
              <a:endParaRPr lang="zh-CN" altLang="en-US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8" name="矩形: 圆角 57">
              <a:extLst>
                <a:ext uri="{FF2B5EF4-FFF2-40B4-BE49-F238E27FC236}">
                  <a16:creationId xmlns:a16="http://schemas.microsoft.com/office/drawing/2014/main" id="{2017567D-4D03-491F-8053-0CDACE1654BE}"/>
                </a:ext>
              </a:extLst>
            </p:cNvPr>
            <p:cNvSpPr/>
            <p:nvPr/>
          </p:nvSpPr>
          <p:spPr>
            <a:xfrm rot="5400000">
              <a:off x="7195796" y="2714893"/>
              <a:ext cx="722915" cy="255758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Linear</a:t>
              </a:r>
              <a:endParaRPr lang="zh-CN" altLang="en-US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9" name="矩形: 圆角 58">
              <a:extLst>
                <a:ext uri="{FF2B5EF4-FFF2-40B4-BE49-F238E27FC236}">
                  <a16:creationId xmlns:a16="http://schemas.microsoft.com/office/drawing/2014/main" id="{E98114CA-A328-4662-A700-C4264D515838}"/>
                </a:ext>
              </a:extLst>
            </p:cNvPr>
            <p:cNvSpPr/>
            <p:nvPr/>
          </p:nvSpPr>
          <p:spPr>
            <a:xfrm rot="5400000">
              <a:off x="7718064" y="2710388"/>
              <a:ext cx="722915" cy="255758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Gelu</a:t>
              </a:r>
              <a:endParaRPr lang="zh-CN" altLang="en-US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0" name="矩形: 圆角 59">
              <a:extLst>
                <a:ext uri="{FF2B5EF4-FFF2-40B4-BE49-F238E27FC236}">
                  <a16:creationId xmlns:a16="http://schemas.microsoft.com/office/drawing/2014/main" id="{977C0FBD-90EA-4C26-AEEF-AD0A025BDAF2}"/>
                </a:ext>
              </a:extLst>
            </p:cNvPr>
            <p:cNvSpPr/>
            <p:nvPr/>
          </p:nvSpPr>
          <p:spPr>
            <a:xfrm rot="5400000">
              <a:off x="8240334" y="2717238"/>
              <a:ext cx="722915" cy="255758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Linear</a:t>
              </a:r>
              <a:endParaRPr lang="zh-CN" altLang="en-US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1" name="矩形: 圆角 60">
              <a:extLst>
                <a:ext uri="{FF2B5EF4-FFF2-40B4-BE49-F238E27FC236}">
                  <a16:creationId xmlns:a16="http://schemas.microsoft.com/office/drawing/2014/main" id="{9D533A6B-BC30-486C-87F2-A003F4DC2B5C}"/>
                </a:ext>
              </a:extLst>
            </p:cNvPr>
            <p:cNvSpPr/>
            <p:nvPr/>
          </p:nvSpPr>
          <p:spPr>
            <a:xfrm>
              <a:off x="9465015" y="1386318"/>
              <a:ext cx="257972" cy="725191"/>
            </a:xfrm>
            <a:prstGeom prst="roundRect">
              <a:avLst/>
            </a:prstGeom>
            <a:solidFill>
              <a:srgbClr val="D8B3B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eaVert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800" dirty="0" err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Unpermute</a:t>
              </a:r>
              <a:endParaRPr lang="zh-CN" altLang="en-US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2" name="矩形: 圆角 61">
              <a:extLst>
                <a:ext uri="{FF2B5EF4-FFF2-40B4-BE49-F238E27FC236}">
                  <a16:creationId xmlns:a16="http://schemas.microsoft.com/office/drawing/2014/main" id="{58006B87-9627-4E89-8D2F-83E5422ECADA}"/>
                </a:ext>
              </a:extLst>
            </p:cNvPr>
            <p:cNvSpPr/>
            <p:nvPr/>
          </p:nvSpPr>
          <p:spPr>
            <a:xfrm rot="5400000">
              <a:off x="7179489" y="467597"/>
              <a:ext cx="722915" cy="255758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Router</a:t>
              </a:r>
              <a:endParaRPr lang="zh-CN" altLang="en-US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63" name="连接符: 肘形 62">
              <a:extLst>
                <a:ext uri="{FF2B5EF4-FFF2-40B4-BE49-F238E27FC236}">
                  <a16:creationId xmlns:a16="http://schemas.microsoft.com/office/drawing/2014/main" id="{6AE8B32B-5E6B-4351-A174-20A973609734}"/>
                </a:ext>
              </a:extLst>
            </p:cNvPr>
            <p:cNvCxnSpPr>
              <a:cxnSpLocks/>
              <a:endCxn id="62" idx="2"/>
            </p:cNvCxnSpPr>
            <p:nvPr/>
          </p:nvCxnSpPr>
          <p:spPr>
            <a:xfrm rot="5400000" flipH="1" flipV="1">
              <a:off x="6442786" y="781638"/>
              <a:ext cx="1156443" cy="784122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4" name="连接符: 肘形 63">
              <a:extLst>
                <a:ext uri="{FF2B5EF4-FFF2-40B4-BE49-F238E27FC236}">
                  <a16:creationId xmlns:a16="http://schemas.microsoft.com/office/drawing/2014/main" id="{7539DA88-499A-40BF-AC18-3C3E79820D80}"/>
                </a:ext>
              </a:extLst>
            </p:cNvPr>
            <p:cNvCxnSpPr>
              <a:cxnSpLocks/>
              <a:endCxn id="58" idx="2"/>
            </p:cNvCxnSpPr>
            <p:nvPr/>
          </p:nvCxnSpPr>
          <p:spPr>
            <a:xfrm rot="16200000" flipH="1">
              <a:off x="6483734" y="1897132"/>
              <a:ext cx="1090854" cy="800427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直接箭头连接符 64">
              <a:extLst>
                <a:ext uri="{FF2B5EF4-FFF2-40B4-BE49-F238E27FC236}">
                  <a16:creationId xmlns:a16="http://schemas.microsoft.com/office/drawing/2014/main" id="{63D67B14-1FD1-4C04-8225-FA608878E6A4}"/>
                </a:ext>
              </a:extLst>
            </p:cNvPr>
            <p:cNvCxnSpPr>
              <a:stCxn id="51" idx="0"/>
              <a:endCxn id="54" idx="2"/>
            </p:cNvCxnSpPr>
            <p:nvPr/>
          </p:nvCxnSpPr>
          <p:spPr>
            <a:xfrm>
              <a:off x="7047953" y="1750051"/>
              <a:ext cx="365115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6" name="直接箭头连接符 65">
              <a:extLst>
                <a:ext uri="{FF2B5EF4-FFF2-40B4-BE49-F238E27FC236}">
                  <a16:creationId xmlns:a16="http://schemas.microsoft.com/office/drawing/2014/main" id="{509B4A55-3E5D-45E4-996A-6E5FD80F0A36}"/>
                </a:ext>
              </a:extLst>
            </p:cNvPr>
            <p:cNvCxnSpPr>
              <a:stCxn id="54" idx="0"/>
              <a:endCxn id="55" idx="2"/>
            </p:cNvCxnSpPr>
            <p:nvPr/>
          </p:nvCxnSpPr>
          <p:spPr>
            <a:xfrm>
              <a:off x="7668825" y="1750052"/>
              <a:ext cx="266513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7" name="直接箭头连接符 66">
              <a:extLst>
                <a:ext uri="{FF2B5EF4-FFF2-40B4-BE49-F238E27FC236}">
                  <a16:creationId xmlns:a16="http://schemas.microsoft.com/office/drawing/2014/main" id="{10C94806-FC6C-4C51-A7D1-8461F966380C}"/>
                </a:ext>
              </a:extLst>
            </p:cNvPr>
            <p:cNvCxnSpPr>
              <a:stCxn id="55" idx="0"/>
              <a:endCxn id="56" idx="2"/>
            </p:cNvCxnSpPr>
            <p:nvPr/>
          </p:nvCxnSpPr>
          <p:spPr>
            <a:xfrm>
              <a:off x="8191096" y="1750053"/>
              <a:ext cx="257206" cy="373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8" name="直接箭头连接符 67">
              <a:extLst>
                <a:ext uri="{FF2B5EF4-FFF2-40B4-BE49-F238E27FC236}">
                  <a16:creationId xmlns:a16="http://schemas.microsoft.com/office/drawing/2014/main" id="{3FD48774-E0AA-4F2B-8A90-2BCD71FDF420}"/>
                </a:ext>
              </a:extLst>
            </p:cNvPr>
            <p:cNvCxnSpPr>
              <a:stCxn id="56" idx="0"/>
              <a:endCxn id="57" idx="2"/>
            </p:cNvCxnSpPr>
            <p:nvPr/>
          </p:nvCxnSpPr>
          <p:spPr>
            <a:xfrm flipV="1">
              <a:off x="8704059" y="1750052"/>
              <a:ext cx="275817" cy="373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9" name="直接箭头连接符 68">
              <a:extLst>
                <a:ext uri="{FF2B5EF4-FFF2-40B4-BE49-F238E27FC236}">
                  <a16:creationId xmlns:a16="http://schemas.microsoft.com/office/drawing/2014/main" id="{AC79D4F2-5637-4FB2-AB16-BFD8943F42C1}"/>
                </a:ext>
              </a:extLst>
            </p:cNvPr>
            <p:cNvCxnSpPr>
              <a:cxnSpLocks/>
              <a:stCxn id="57" idx="0"/>
              <a:endCxn id="61" idx="1"/>
            </p:cNvCxnSpPr>
            <p:nvPr/>
          </p:nvCxnSpPr>
          <p:spPr>
            <a:xfrm flipV="1">
              <a:off x="9235634" y="1748914"/>
              <a:ext cx="229381" cy="113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0" name="直接箭头连接符 69">
              <a:extLst>
                <a:ext uri="{FF2B5EF4-FFF2-40B4-BE49-F238E27FC236}">
                  <a16:creationId xmlns:a16="http://schemas.microsoft.com/office/drawing/2014/main" id="{E85D5197-C573-4096-81A8-2023128FF060}"/>
                </a:ext>
              </a:extLst>
            </p:cNvPr>
            <p:cNvCxnSpPr>
              <a:stCxn id="58" idx="0"/>
              <a:endCxn id="59" idx="2"/>
            </p:cNvCxnSpPr>
            <p:nvPr/>
          </p:nvCxnSpPr>
          <p:spPr>
            <a:xfrm flipV="1">
              <a:off x="7685132" y="2838267"/>
              <a:ext cx="266511" cy="450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1" name="直接箭头连接符 70">
              <a:extLst>
                <a:ext uri="{FF2B5EF4-FFF2-40B4-BE49-F238E27FC236}">
                  <a16:creationId xmlns:a16="http://schemas.microsoft.com/office/drawing/2014/main" id="{29400827-DF64-4244-9EBE-A65A14790BFE}"/>
                </a:ext>
              </a:extLst>
            </p:cNvPr>
            <p:cNvCxnSpPr>
              <a:stCxn id="59" idx="0"/>
              <a:endCxn id="60" idx="2"/>
            </p:cNvCxnSpPr>
            <p:nvPr/>
          </p:nvCxnSpPr>
          <p:spPr>
            <a:xfrm>
              <a:off x="8207401" y="2838267"/>
              <a:ext cx="266512" cy="685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2" name="连接符: 肘形 71">
              <a:extLst>
                <a:ext uri="{FF2B5EF4-FFF2-40B4-BE49-F238E27FC236}">
                  <a16:creationId xmlns:a16="http://schemas.microsoft.com/office/drawing/2014/main" id="{04817FD9-E025-4528-86D4-EABF9E584E78}"/>
                </a:ext>
              </a:extLst>
            </p:cNvPr>
            <p:cNvCxnSpPr>
              <a:cxnSpLocks/>
              <a:stCxn id="62" idx="0"/>
              <a:endCxn id="75" idx="0"/>
            </p:cNvCxnSpPr>
            <p:nvPr/>
          </p:nvCxnSpPr>
          <p:spPr>
            <a:xfrm>
              <a:off x="7668826" y="595477"/>
              <a:ext cx="2377976" cy="1075977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4" name="直接箭头连接符 73">
              <a:extLst>
                <a:ext uri="{FF2B5EF4-FFF2-40B4-BE49-F238E27FC236}">
                  <a16:creationId xmlns:a16="http://schemas.microsoft.com/office/drawing/2014/main" id="{3CD2B22B-1CF6-49A0-9C55-C005DC43F816}"/>
                </a:ext>
              </a:extLst>
            </p:cNvPr>
            <p:cNvCxnSpPr>
              <a:cxnSpLocks/>
              <a:stCxn id="61" idx="3"/>
              <a:endCxn id="199" idx="2"/>
            </p:cNvCxnSpPr>
            <p:nvPr/>
          </p:nvCxnSpPr>
          <p:spPr>
            <a:xfrm flipV="1">
              <a:off x="9722987" y="1748746"/>
              <a:ext cx="681572" cy="1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5" name="流程图: 或者 74">
              <a:extLst>
                <a:ext uri="{FF2B5EF4-FFF2-40B4-BE49-F238E27FC236}">
                  <a16:creationId xmlns:a16="http://schemas.microsoft.com/office/drawing/2014/main" id="{C8966434-F715-4C7D-B0D6-EF49E21F933C}"/>
                </a:ext>
              </a:extLst>
            </p:cNvPr>
            <p:cNvSpPr/>
            <p:nvPr/>
          </p:nvSpPr>
          <p:spPr>
            <a:xfrm>
              <a:off x="9975182" y="1671454"/>
              <a:ext cx="143239" cy="155593"/>
            </a:xfrm>
            <a:prstGeom prst="flowChartOr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cxnSp>
          <p:nvCxnSpPr>
            <p:cNvPr id="76" name="连接符: 肘形 75">
              <a:extLst>
                <a:ext uri="{FF2B5EF4-FFF2-40B4-BE49-F238E27FC236}">
                  <a16:creationId xmlns:a16="http://schemas.microsoft.com/office/drawing/2014/main" id="{3B637BE9-78B0-4F2D-A2A5-1F86AAA8C4CE}"/>
                </a:ext>
              </a:extLst>
            </p:cNvPr>
            <p:cNvCxnSpPr>
              <a:cxnSpLocks/>
              <a:stCxn id="60" idx="0"/>
              <a:endCxn id="212" idx="4"/>
            </p:cNvCxnSpPr>
            <p:nvPr/>
          </p:nvCxnSpPr>
          <p:spPr>
            <a:xfrm flipV="1">
              <a:off x="8729671" y="1829714"/>
              <a:ext cx="2224604" cy="1015404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8" name="连接符: 肘形 77">
              <a:extLst>
                <a:ext uri="{FF2B5EF4-FFF2-40B4-BE49-F238E27FC236}">
                  <a16:creationId xmlns:a16="http://schemas.microsoft.com/office/drawing/2014/main" id="{DE4F91B6-1AFA-4A0E-86A6-A3C61A846239}"/>
                </a:ext>
              </a:extLst>
            </p:cNvPr>
            <p:cNvCxnSpPr>
              <a:cxnSpLocks/>
              <a:stCxn id="50" idx="1"/>
              <a:endCxn id="212" idx="0"/>
            </p:cNvCxnSpPr>
            <p:nvPr/>
          </p:nvCxnSpPr>
          <p:spPr>
            <a:xfrm rot="16200000" flipH="1">
              <a:off x="8492501" y="-787653"/>
              <a:ext cx="362631" cy="4560916"/>
            </a:xfrm>
            <a:prstGeom prst="bentConnector3">
              <a:avLst>
                <a:gd name="adj1" fmla="val -69390"/>
              </a:avLst>
            </a:prstGeom>
            <a:ln w="12700"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9" name="文本框 78">
              <a:extLst>
                <a:ext uri="{FF2B5EF4-FFF2-40B4-BE49-F238E27FC236}">
                  <a16:creationId xmlns:a16="http://schemas.microsoft.com/office/drawing/2014/main" id="{0CA276BD-284F-4420-B1F1-A2B60A57A840}"/>
                </a:ext>
              </a:extLst>
            </p:cNvPr>
            <p:cNvSpPr txBox="1"/>
            <p:nvPr/>
          </p:nvSpPr>
          <p:spPr>
            <a:xfrm>
              <a:off x="8233896" y="421855"/>
              <a:ext cx="219908" cy="11814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kumimoji="1" lang="en-US" altLang="zh-CN" sz="8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Prob</a:t>
              </a:r>
              <a:endParaRPr kumimoji="1" lang="zh-CN" altLang="en-US" sz="8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1CF7D001-9451-4CD4-BB16-F291A527C634}"/>
                </a:ext>
              </a:extLst>
            </p:cNvPr>
            <p:cNvSpPr txBox="1"/>
            <p:nvPr/>
          </p:nvSpPr>
          <p:spPr>
            <a:xfrm>
              <a:off x="8026869" y="1193345"/>
              <a:ext cx="632424" cy="11814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kumimoji="1" lang="en-US" altLang="zh-CN" sz="8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Router Expert</a:t>
              </a:r>
              <a:endParaRPr kumimoji="1" lang="zh-CN" altLang="en-US" sz="8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81" name="文本框 80">
              <a:extLst>
                <a:ext uri="{FF2B5EF4-FFF2-40B4-BE49-F238E27FC236}">
                  <a16:creationId xmlns:a16="http://schemas.microsoft.com/office/drawing/2014/main" id="{5B529AD9-CE72-4451-840E-EA541CBBA378}"/>
                </a:ext>
              </a:extLst>
            </p:cNvPr>
            <p:cNvSpPr txBox="1"/>
            <p:nvPr/>
          </p:nvSpPr>
          <p:spPr>
            <a:xfrm>
              <a:off x="7772882" y="2307898"/>
              <a:ext cx="641524" cy="11814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kumimoji="1" lang="en-US" altLang="zh-CN" sz="8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Shared Expert</a:t>
              </a:r>
              <a:endParaRPr kumimoji="1" lang="zh-CN" altLang="en-US" sz="8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grpSp>
          <p:nvGrpSpPr>
            <p:cNvPr id="99" name="组合 98">
              <a:extLst>
                <a:ext uri="{FF2B5EF4-FFF2-40B4-BE49-F238E27FC236}">
                  <a16:creationId xmlns:a16="http://schemas.microsoft.com/office/drawing/2014/main" id="{B5F757FF-5FCC-41D2-99B8-649BDE19EA45}"/>
                </a:ext>
              </a:extLst>
            </p:cNvPr>
            <p:cNvGrpSpPr/>
            <p:nvPr/>
          </p:nvGrpSpPr>
          <p:grpSpPr>
            <a:xfrm>
              <a:off x="6582576" y="1521637"/>
              <a:ext cx="129674" cy="135447"/>
              <a:chOff x="3288160" y="2980169"/>
              <a:chExt cx="137061" cy="141143"/>
            </a:xfrm>
          </p:grpSpPr>
          <p:sp>
            <p:nvSpPr>
              <p:cNvPr id="136" name="椭圆 135">
                <a:extLst>
                  <a:ext uri="{FF2B5EF4-FFF2-40B4-BE49-F238E27FC236}">
                    <a16:creationId xmlns:a16="http://schemas.microsoft.com/office/drawing/2014/main" id="{9077EDEF-A4DA-4B01-9C11-37D5C0155D47}"/>
                  </a:ext>
                </a:extLst>
              </p:cNvPr>
              <p:cNvSpPr/>
              <p:nvPr/>
            </p:nvSpPr>
            <p:spPr>
              <a:xfrm>
                <a:off x="3288160" y="2980169"/>
                <a:ext cx="137061" cy="14114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sz="600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7" name="文本框 136">
                <a:extLst>
                  <a:ext uri="{FF2B5EF4-FFF2-40B4-BE49-F238E27FC236}">
                    <a16:creationId xmlns:a16="http://schemas.microsoft.com/office/drawing/2014/main" id="{3ED31C69-2AAA-4A0C-9837-C9FF2382FAFB}"/>
                  </a:ext>
                </a:extLst>
              </p:cNvPr>
              <p:cNvSpPr txBox="1"/>
              <p:nvPr/>
            </p:nvSpPr>
            <p:spPr>
              <a:xfrm>
                <a:off x="3305788" y="3004726"/>
                <a:ext cx="94882" cy="962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kumimoji="1" lang="en-US" altLang="zh-CN" sz="600">
                    <a:solidFill>
                      <a:schemeClr val="tx2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21</a:t>
                </a:r>
                <a:endParaRPr kumimoji="1" lang="zh-CN" altLang="en-US" sz="600" dirty="0">
                  <a:solidFill>
                    <a:schemeClr val="tx2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p:grpSp>
        <p:grpSp>
          <p:nvGrpSpPr>
            <p:cNvPr id="100" name="组合 99">
              <a:extLst>
                <a:ext uri="{FF2B5EF4-FFF2-40B4-BE49-F238E27FC236}">
                  <a16:creationId xmlns:a16="http://schemas.microsoft.com/office/drawing/2014/main" id="{CC368B47-4285-481D-BFFB-BFB76755DD57}"/>
                </a:ext>
              </a:extLst>
            </p:cNvPr>
            <p:cNvGrpSpPr/>
            <p:nvPr/>
          </p:nvGrpSpPr>
          <p:grpSpPr>
            <a:xfrm>
              <a:off x="7210869" y="373632"/>
              <a:ext cx="129674" cy="135447"/>
              <a:chOff x="3288160" y="2980169"/>
              <a:chExt cx="137061" cy="141143"/>
            </a:xfrm>
          </p:grpSpPr>
          <p:sp>
            <p:nvSpPr>
              <p:cNvPr id="134" name="椭圆 133">
                <a:extLst>
                  <a:ext uri="{FF2B5EF4-FFF2-40B4-BE49-F238E27FC236}">
                    <a16:creationId xmlns:a16="http://schemas.microsoft.com/office/drawing/2014/main" id="{7B838117-286A-45A4-AD15-BD4443492870}"/>
                  </a:ext>
                </a:extLst>
              </p:cNvPr>
              <p:cNvSpPr/>
              <p:nvPr/>
            </p:nvSpPr>
            <p:spPr>
              <a:xfrm>
                <a:off x="3288160" y="2980169"/>
                <a:ext cx="137061" cy="14114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sz="600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5" name="文本框 134">
                <a:extLst>
                  <a:ext uri="{FF2B5EF4-FFF2-40B4-BE49-F238E27FC236}">
                    <a16:creationId xmlns:a16="http://schemas.microsoft.com/office/drawing/2014/main" id="{C5A3F7DA-3E92-4C75-BBB3-39C8B4B09AC5}"/>
                  </a:ext>
                </a:extLst>
              </p:cNvPr>
              <p:cNvSpPr txBox="1"/>
              <p:nvPr/>
            </p:nvSpPr>
            <p:spPr>
              <a:xfrm>
                <a:off x="3305788" y="3004726"/>
                <a:ext cx="94882" cy="962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kumimoji="1" lang="en-US" altLang="zh-CN" sz="600">
                    <a:solidFill>
                      <a:schemeClr val="tx2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30</a:t>
                </a:r>
                <a:endParaRPr kumimoji="1" lang="zh-CN" altLang="en-US" sz="600" dirty="0">
                  <a:solidFill>
                    <a:schemeClr val="tx2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p:grpSp>
        <p:grpSp>
          <p:nvGrpSpPr>
            <p:cNvPr id="101" name="组合 100">
              <a:extLst>
                <a:ext uri="{FF2B5EF4-FFF2-40B4-BE49-F238E27FC236}">
                  <a16:creationId xmlns:a16="http://schemas.microsoft.com/office/drawing/2014/main" id="{0D1486DC-093C-4BB3-84F0-48416647D039}"/>
                </a:ext>
              </a:extLst>
            </p:cNvPr>
            <p:cNvGrpSpPr/>
            <p:nvPr/>
          </p:nvGrpSpPr>
          <p:grpSpPr>
            <a:xfrm>
              <a:off x="7137252" y="1791263"/>
              <a:ext cx="129674" cy="135447"/>
              <a:chOff x="3288160" y="2980169"/>
              <a:chExt cx="137061" cy="141143"/>
            </a:xfrm>
          </p:grpSpPr>
          <p:sp>
            <p:nvSpPr>
              <p:cNvPr id="132" name="椭圆 131">
                <a:extLst>
                  <a:ext uri="{FF2B5EF4-FFF2-40B4-BE49-F238E27FC236}">
                    <a16:creationId xmlns:a16="http://schemas.microsoft.com/office/drawing/2014/main" id="{A3E23313-3111-465E-B711-C3768D7682B1}"/>
                  </a:ext>
                </a:extLst>
              </p:cNvPr>
              <p:cNvSpPr/>
              <p:nvPr/>
            </p:nvSpPr>
            <p:spPr>
              <a:xfrm>
                <a:off x="3288160" y="2980169"/>
                <a:ext cx="137061" cy="14114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sz="600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3" name="文本框 132">
                <a:extLst>
                  <a:ext uri="{FF2B5EF4-FFF2-40B4-BE49-F238E27FC236}">
                    <a16:creationId xmlns:a16="http://schemas.microsoft.com/office/drawing/2014/main" id="{D8D4499D-1E0D-4593-A331-540A41F5A8CD}"/>
                  </a:ext>
                </a:extLst>
              </p:cNvPr>
              <p:cNvSpPr txBox="1"/>
              <p:nvPr/>
            </p:nvSpPr>
            <p:spPr>
              <a:xfrm>
                <a:off x="3305789" y="3004726"/>
                <a:ext cx="94882" cy="962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kumimoji="1" lang="en-US" altLang="zh-CN" sz="600">
                    <a:solidFill>
                      <a:schemeClr val="tx2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22</a:t>
                </a:r>
                <a:endParaRPr kumimoji="1" lang="zh-CN" altLang="en-US" sz="600" dirty="0">
                  <a:solidFill>
                    <a:schemeClr val="tx2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p:grpSp>
        <p:grpSp>
          <p:nvGrpSpPr>
            <p:cNvPr id="102" name="组合 101">
              <a:extLst>
                <a:ext uri="{FF2B5EF4-FFF2-40B4-BE49-F238E27FC236}">
                  <a16:creationId xmlns:a16="http://schemas.microsoft.com/office/drawing/2014/main" id="{CFBEA4C5-2074-408E-B369-8058B6EED275}"/>
                </a:ext>
              </a:extLst>
            </p:cNvPr>
            <p:cNvGrpSpPr/>
            <p:nvPr/>
          </p:nvGrpSpPr>
          <p:grpSpPr>
            <a:xfrm>
              <a:off x="7735294" y="1550870"/>
              <a:ext cx="129674" cy="135447"/>
              <a:chOff x="3288160" y="2980169"/>
              <a:chExt cx="137061" cy="141143"/>
            </a:xfrm>
          </p:grpSpPr>
          <p:sp>
            <p:nvSpPr>
              <p:cNvPr id="130" name="椭圆 129">
                <a:extLst>
                  <a:ext uri="{FF2B5EF4-FFF2-40B4-BE49-F238E27FC236}">
                    <a16:creationId xmlns:a16="http://schemas.microsoft.com/office/drawing/2014/main" id="{CD00673B-57C8-46A7-A94F-6482FF3AD2B9}"/>
                  </a:ext>
                </a:extLst>
              </p:cNvPr>
              <p:cNvSpPr/>
              <p:nvPr/>
            </p:nvSpPr>
            <p:spPr>
              <a:xfrm>
                <a:off x="3288160" y="2980169"/>
                <a:ext cx="137061" cy="14114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sz="600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1" name="文本框 130">
                <a:extLst>
                  <a:ext uri="{FF2B5EF4-FFF2-40B4-BE49-F238E27FC236}">
                    <a16:creationId xmlns:a16="http://schemas.microsoft.com/office/drawing/2014/main" id="{0C77D030-D80B-4806-84C4-3427C7114E52}"/>
                  </a:ext>
                </a:extLst>
              </p:cNvPr>
              <p:cNvSpPr txBox="1"/>
              <p:nvPr/>
            </p:nvSpPr>
            <p:spPr>
              <a:xfrm>
                <a:off x="3305788" y="3004726"/>
                <a:ext cx="94882" cy="962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kumimoji="1" lang="en-US" altLang="zh-CN" sz="600">
                    <a:solidFill>
                      <a:schemeClr val="tx2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23</a:t>
                </a:r>
                <a:endParaRPr kumimoji="1" lang="zh-CN" altLang="en-US" sz="600" dirty="0">
                  <a:solidFill>
                    <a:schemeClr val="tx2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p:grpSp>
        <p:grpSp>
          <p:nvGrpSpPr>
            <p:cNvPr id="103" name="组合 102">
              <a:extLst>
                <a:ext uri="{FF2B5EF4-FFF2-40B4-BE49-F238E27FC236}">
                  <a16:creationId xmlns:a16="http://schemas.microsoft.com/office/drawing/2014/main" id="{8C6D540C-C89A-4A1A-9374-8E5CF9EC21BE}"/>
                </a:ext>
              </a:extLst>
            </p:cNvPr>
            <p:cNvGrpSpPr/>
            <p:nvPr/>
          </p:nvGrpSpPr>
          <p:grpSpPr>
            <a:xfrm>
              <a:off x="8263202" y="1550870"/>
              <a:ext cx="129674" cy="135447"/>
              <a:chOff x="3288160" y="2980169"/>
              <a:chExt cx="137061" cy="141143"/>
            </a:xfrm>
          </p:grpSpPr>
          <p:sp>
            <p:nvSpPr>
              <p:cNvPr id="128" name="椭圆 127">
                <a:extLst>
                  <a:ext uri="{FF2B5EF4-FFF2-40B4-BE49-F238E27FC236}">
                    <a16:creationId xmlns:a16="http://schemas.microsoft.com/office/drawing/2014/main" id="{DD3594A2-7A6A-4067-A9D8-5B1F4D557CFE}"/>
                  </a:ext>
                </a:extLst>
              </p:cNvPr>
              <p:cNvSpPr/>
              <p:nvPr/>
            </p:nvSpPr>
            <p:spPr>
              <a:xfrm>
                <a:off x="3288160" y="2980169"/>
                <a:ext cx="137061" cy="14114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sz="600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9" name="文本框 128">
                <a:extLst>
                  <a:ext uri="{FF2B5EF4-FFF2-40B4-BE49-F238E27FC236}">
                    <a16:creationId xmlns:a16="http://schemas.microsoft.com/office/drawing/2014/main" id="{13D142AA-C020-41B1-99BD-009981284C6E}"/>
                  </a:ext>
                </a:extLst>
              </p:cNvPr>
              <p:cNvSpPr txBox="1"/>
              <p:nvPr/>
            </p:nvSpPr>
            <p:spPr>
              <a:xfrm>
                <a:off x="3312826" y="3007222"/>
                <a:ext cx="94882" cy="962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kumimoji="1" lang="en-US" altLang="zh-CN" sz="600">
                    <a:solidFill>
                      <a:schemeClr val="tx2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24</a:t>
                </a:r>
                <a:endParaRPr kumimoji="1" lang="zh-CN" altLang="en-US" sz="600" dirty="0">
                  <a:solidFill>
                    <a:schemeClr val="tx2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p:grpSp>
        <p:grpSp>
          <p:nvGrpSpPr>
            <p:cNvPr id="104" name="组合 103">
              <a:extLst>
                <a:ext uri="{FF2B5EF4-FFF2-40B4-BE49-F238E27FC236}">
                  <a16:creationId xmlns:a16="http://schemas.microsoft.com/office/drawing/2014/main" id="{CFDC6E13-87F5-4335-957C-57ED401BCB2A}"/>
                </a:ext>
              </a:extLst>
            </p:cNvPr>
            <p:cNvGrpSpPr/>
            <p:nvPr/>
          </p:nvGrpSpPr>
          <p:grpSpPr>
            <a:xfrm>
              <a:off x="8768424" y="1543267"/>
              <a:ext cx="129674" cy="135447"/>
              <a:chOff x="3288160" y="2980169"/>
              <a:chExt cx="137061" cy="141143"/>
            </a:xfrm>
          </p:grpSpPr>
          <p:sp>
            <p:nvSpPr>
              <p:cNvPr id="126" name="椭圆 125">
                <a:extLst>
                  <a:ext uri="{FF2B5EF4-FFF2-40B4-BE49-F238E27FC236}">
                    <a16:creationId xmlns:a16="http://schemas.microsoft.com/office/drawing/2014/main" id="{917A2208-7ADF-49B5-870F-E0A45DC51D6F}"/>
                  </a:ext>
                </a:extLst>
              </p:cNvPr>
              <p:cNvSpPr/>
              <p:nvPr/>
            </p:nvSpPr>
            <p:spPr>
              <a:xfrm>
                <a:off x="3288160" y="2980169"/>
                <a:ext cx="137061" cy="14114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sz="600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7" name="文本框 126">
                <a:extLst>
                  <a:ext uri="{FF2B5EF4-FFF2-40B4-BE49-F238E27FC236}">
                    <a16:creationId xmlns:a16="http://schemas.microsoft.com/office/drawing/2014/main" id="{7F84E097-4A32-434D-9183-19BFD1FAC778}"/>
                  </a:ext>
                </a:extLst>
              </p:cNvPr>
              <p:cNvSpPr txBox="1"/>
              <p:nvPr/>
            </p:nvSpPr>
            <p:spPr>
              <a:xfrm>
                <a:off x="3312826" y="3007222"/>
                <a:ext cx="94882" cy="962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kumimoji="1" lang="en-US" altLang="zh-CN" sz="600">
                    <a:solidFill>
                      <a:schemeClr val="tx2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25</a:t>
                </a:r>
                <a:endParaRPr kumimoji="1" lang="zh-CN" altLang="en-US" sz="600" dirty="0">
                  <a:solidFill>
                    <a:schemeClr val="tx2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p:grpSp>
        <p:grpSp>
          <p:nvGrpSpPr>
            <p:cNvPr id="105" name="组合 104">
              <a:extLst>
                <a:ext uri="{FF2B5EF4-FFF2-40B4-BE49-F238E27FC236}">
                  <a16:creationId xmlns:a16="http://schemas.microsoft.com/office/drawing/2014/main" id="{84A6FD92-5D6A-412C-B6D3-8C5E3D51E2EF}"/>
                </a:ext>
              </a:extLst>
            </p:cNvPr>
            <p:cNvGrpSpPr/>
            <p:nvPr/>
          </p:nvGrpSpPr>
          <p:grpSpPr>
            <a:xfrm>
              <a:off x="7737244" y="2627908"/>
              <a:ext cx="129674" cy="135447"/>
              <a:chOff x="3288160" y="2980169"/>
              <a:chExt cx="137061" cy="141143"/>
            </a:xfrm>
          </p:grpSpPr>
          <p:sp>
            <p:nvSpPr>
              <p:cNvPr id="124" name="椭圆 123">
                <a:extLst>
                  <a:ext uri="{FF2B5EF4-FFF2-40B4-BE49-F238E27FC236}">
                    <a16:creationId xmlns:a16="http://schemas.microsoft.com/office/drawing/2014/main" id="{B0EFAF80-206B-4E9B-A4D5-F91832F2053B}"/>
                  </a:ext>
                </a:extLst>
              </p:cNvPr>
              <p:cNvSpPr/>
              <p:nvPr/>
            </p:nvSpPr>
            <p:spPr>
              <a:xfrm>
                <a:off x="3288160" y="2980169"/>
                <a:ext cx="137061" cy="14114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sz="600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5" name="文本框 124">
                <a:extLst>
                  <a:ext uri="{FF2B5EF4-FFF2-40B4-BE49-F238E27FC236}">
                    <a16:creationId xmlns:a16="http://schemas.microsoft.com/office/drawing/2014/main" id="{740B01D6-377B-477E-AFC1-9CA466B2EACC}"/>
                  </a:ext>
                </a:extLst>
              </p:cNvPr>
              <p:cNvSpPr txBox="1"/>
              <p:nvPr/>
            </p:nvSpPr>
            <p:spPr>
              <a:xfrm>
                <a:off x="3312826" y="3007222"/>
                <a:ext cx="94882" cy="962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kumimoji="1" lang="en-US" altLang="zh-CN" sz="600">
                    <a:solidFill>
                      <a:schemeClr val="tx2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28</a:t>
                </a:r>
                <a:endParaRPr kumimoji="1" lang="zh-CN" altLang="en-US" sz="600" dirty="0">
                  <a:solidFill>
                    <a:schemeClr val="tx2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p:grpSp>
        <p:grpSp>
          <p:nvGrpSpPr>
            <p:cNvPr id="106" name="组合 105">
              <a:extLst>
                <a:ext uri="{FF2B5EF4-FFF2-40B4-BE49-F238E27FC236}">
                  <a16:creationId xmlns:a16="http://schemas.microsoft.com/office/drawing/2014/main" id="{C632113C-F0A4-405C-ABD3-71C08B0E5121}"/>
                </a:ext>
              </a:extLst>
            </p:cNvPr>
            <p:cNvGrpSpPr/>
            <p:nvPr/>
          </p:nvGrpSpPr>
          <p:grpSpPr>
            <a:xfrm>
              <a:off x="8272311" y="2630702"/>
              <a:ext cx="129674" cy="135447"/>
              <a:chOff x="3288160" y="2980169"/>
              <a:chExt cx="137061" cy="141143"/>
            </a:xfrm>
          </p:grpSpPr>
          <p:sp>
            <p:nvSpPr>
              <p:cNvPr id="122" name="椭圆 121">
                <a:extLst>
                  <a:ext uri="{FF2B5EF4-FFF2-40B4-BE49-F238E27FC236}">
                    <a16:creationId xmlns:a16="http://schemas.microsoft.com/office/drawing/2014/main" id="{EACF543D-E932-48BA-AC41-37A238DDD438}"/>
                  </a:ext>
                </a:extLst>
              </p:cNvPr>
              <p:cNvSpPr/>
              <p:nvPr/>
            </p:nvSpPr>
            <p:spPr>
              <a:xfrm>
                <a:off x="3288160" y="2980169"/>
                <a:ext cx="137061" cy="14114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sz="600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3" name="文本框 122">
                <a:extLst>
                  <a:ext uri="{FF2B5EF4-FFF2-40B4-BE49-F238E27FC236}">
                    <a16:creationId xmlns:a16="http://schemas.microsoft.com/office/drawing/2014/main" id="{9C629134-4B5F-4701-8C2E-6A59B88E2C80}"/>
                  </a:ext>
                </a:extLst>
              </p:cNvPr>
              <p:cNvSpPr txBox="1"/>
              <p:nvPr/>
            </p:nvSpPr>
            <p:spPr>
              <a:xfrm>
                <a:off x="3312826" y="3007222"/>
                <a:ext cx="94882" cy="962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kumimoji="1" lang="en-US" altLang="zh-CN" sz="600">
                    <a:solidFill>
                      <a:schemeClr val="tx2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29</a:t>
                </a:r>
                <a:endParaRPr kumimoji="1" lang="zh-CN" altLang="en-US" sz="600" dirty="0">
                  <a:solidFill>
                    <a:schemeClr val="tx2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p:grpSp>
        <p:sp>
          <p:nvSpPr>
            <p:cNvPr id="107" name="矩形: 圆角 106">
              <a:extLst>
                <a:ext uri="{FF2B5EF4-FFF2-40B4-BE49-F238E27FC236}">
                  <a16:creationId xmlns:a16="http://schemas.microsoft.com/office/drawing/2014/main" id="{39A5D447-396D-4770-9AE8-6ED73E50DC57}"/>
                </a:ext>
              </a:extLst>
            </p:cNvPr>
            <p:cNvSpPr/>
            <p:nvPr/>
          </p:nvSpPr>
          <p:spPr>
            <a:xfrm rot="5400000">
              <a:off x="11061404" y="1619898"/>
              <a:ext cx="722916" cy="255758"/>
            </a:xfrm>
            <a:prstGeom prst="roundRect">
              <a:avLst/>
            </a:prstGeom>
            <a:solidFill>
              <a:schemeClr val="tx2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Output</a:t>
              </a:r>
              <a:endParaRPr lang="zh-CN" altLang="en-US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08" name="直接箭头连接符 107">
              <a:extLst>
                <a:ext uri="{FF2B5EF4-FFF2-40B4-BE49-F238E27FC236}">
                  <a16:creationId xmlns:a16="http://schemas.microsoft.com/office/drawing/2014/main" id="{CF046DD7-273F-4B86-B92E-231CFE858C70}"/>
                </a:ext>
              </a:extLst>
            </p:cNvPr>
            <p:cNvCxnSpPr>
              <a:cxnSpLocks/>
              <a:stCxn id="199" idx="0"/>
              <a:endCxn id="107" idx="2"/>
            </p:cNvCxnSpPr>
            <p:nvPr/>
          </p:nvCxnSpPr>
          <p:spPr>
            <a:xfrm flipV="1">
              <a:off x="10660317" y="1747777"/>
              <a:ext cx="634666" cy="96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53" name="文本框 152">
              <a:extLst>
                <a:ext uri="{FF2B5EF4-FFF2-40B4-BE49-F238E27FC236}">
                  <a16:creationId xmlns:a16="http://schemas.microsoft.com/office/drawing/2014/main" id="{17D93F15-5D25-4E6E-94E3-11F562104736}"/>
                </a:ext>
              </a:extLst>
            </p:cNvPr>
            <p:cNvSpPr txBox="1"/>
            <p:nvPr/>
          </p:nvSpPr>
          <p:spPr>
            <a:xfrm>
              <a:off x="6283678" y="3305398"/>
              <a:ext cx="1176070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kumimoji="1" lang="en-US" altLang="zh-CN" sz="1100" b="1" dirty="0" err="1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MoE</a:t>
              </a:r>
              <a:r>
                <a:rPr kumimoji="1" lang="zh-CN" altLang="en-US" sz="1100" b="1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模块</a:t>
              </a:r>
            </a:p>
          </p:txBody>
        </p:sp>
        <p:sp>
          <p:nvSpPr>
            <p:cNvPr id="199" name="矩形: 圆角 198">
              <a:extLst>
                <a:ext uri="{FF2B5EF4-FFF2-40B4-BE49-F238E27FC236}">
                  <a16:creationId xmlns:a16="http://schemas.microsoft.com/office/drawing/2014/main" id="{EB4AB52B-195B-446F-BC76-7EDE03518CAC}"/>
                </a:ext>
              </a:extLst>
            </p:cNvPr>
            <p:cNvSpPr/>
            <p:nvPr/>
          </p:nvSpPr>
          <p:spPr>
            <a:xfrm rot="5400000">
              <a:off x="10170980" y="1620867"/>
              <a:ext cx="722916" cy="255758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7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Latent up</a:t>
              </a:r>
              <a:endParaRPr lang="zh-CN" altLang="en-US" sz="7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2" name="流程图: 或者 211">
              <a:extLst>
                <a:ext uri="{FF2B5EF4-FFF2-40B4-BE49-F238E27FC236}">
                  <a16:creationId xmlns:a16="http://schemas.microsoft.com/office/drawing/2014/main" id="{953665C6-0231-47AB-B38B-85B36B1972C2}"/>
                </a:ext>
              </a:extLst>
            </p:cNvPr>
            <p:cNvSpPr/>
            <p:nvPr/>
          </p:nvSpPr>
          <p:spPr>
            <a:xfrm>
              <a:off x="10882655" y="1674121"/>
              <a:ext cx="143239" cy="155593"/>
            </a:xfrm>
            <a:prstGeom prst="flowChartOr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216" name="组合 215">
              <a:extLst>
                <a:ext uri="{FF2B5EF4-FFF2-40B4-BE49-F238E27FC236}">
                  <a16:creationId xmlns:a16="http://schemas.microsoft.com/office/drawing/2014/main" id="{6B40A48E-06BF-4132-8F9F-F7857D5DDEDC}"/>
                </a:ext>
              </a:extLst>
            </p:cNvPr>
            <p:cNvGrpSpPr/>
            <p:nvPr/>
          </p:nvGrpSpPr>
          <p:grpSpPr>
            <a:xfrm>
              <a:off x="9290376" y="1543267"/>
              <a:ext cx="129674" cy="135447"/>
              <a:chOff x="3288160" y="2980169"/>
              <a:chExt cx="137061" cy="141143"/>
            </a:xfrm>
          </p:grpSpPr>
          <p:sp>
            <p:nvSpPr>
              <p:cNvPr id="217" name="椭圆 216">
                <a:extLst>
                  <a:ext uri="{FF2B5EF4-FFF2-40B4-BE49-F238E27FC236}">
                    <a16:creationId xmlns:a16="http://schemas.microsoft.com/office/drawing/2014/main" id="{90B493A2-3000-4897-90DB-545602331697}"/>
                  </a:ext>
                </a:extLst>
              </p:cNvPr>
              <p:cNvSpPr/>
              <p:nvPr/>
            </p:nvSpPr>
            <p:spPr>
              <a:xfrm>
                <a:off x="3288160" y="2980169"/>
                <a:ext cx="137061" cy="14114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sz="600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8" name="文本框 217">
                <a:extLst>
                  <a:ext uri="{FF2B5EF4-FFF2-40B4-BE49-F238E27FC236}">
                    <a16:creationId xmlns:a16="http://schemas.microsoft.com/office/drawing/2014/main" id="{0488F1DC-92AB-463D-A472-D705647FE200}"/>
                  </a:ext>
                </a:extLst>
              </p:cNvPr>
              <p:cNvSpPr txBox="1"/>
              <p:nvPr/>
            </p:nvSpPr>
            <p:spPr>
              <a:xfrm>
                <a:off x="3312826" y="3007222"/>
                <a:ext cx="94882" cy="962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kumimoji="1" lang="en-US" altLang="zh-CN" sz="600">
                    <a:solidFill>
                      <a:schemeClr val="tx2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26</a:t>
                </a:r>
                <a:endParaRPr kumimoji="1" lang="zh-CN" altLang="en-US" sz="600" dirty="0">
                  <a:solidFill>
                    <a:schemeClr val="tx2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p:grpSp>
        <p:grpSp>
          <p:nvGrpSpPr>
            <p:cNvPr id="219" name="组合 218">
              <a:extLst>
                <a:ext uri="{FF2B5EF4-FFF2-40B4-BE49-F238E27FC236}">
                  <a16:creationId xmlns:a16="http://schemas.microsoft.com/office/drawing/2014/main" id="{92C433F2-02CF-4778-8A41-2CF2330ED50C}"/>
                </a:ext>
              </a:extLst>
            </p:cNvPr>
            <p:cNvGrpSpPr/>
            <p:nvPr/>
          </p:nvGrpSpPr>
          <p:grpSpPr>
            <a:xfrm>
              <a:off x="9799176" y="1548605"/>
              <a:ext cx="129674" cy="135447"/>
              <a:chOff x="3288160" y="2980169"/>
              <a:chExt cx="137061" cy="141143"/>
            </a:xfrm>
          </p:grpSpPr>
          <p:sp>
            <p:nvSpPr>
              <p:cNvPr id="220" name="椭圆 219">
                <a:extLst>
                  <a:ext uri="{FF2B5EF4-FFF2-40B4-BE49-F238E27FC236}">
                    <a16:creationId xmlns:a16="http://schemas.microsoft.com/office/drawing/2014/main" id="{B04622A6-2007-4429-9BBA-D0D22EA889FC}"/>
                  </a:ext>
                </a:extLst>
              </p:cNvPr>
              <p:cNvSpPr/>
              <p:nvPr/>
            </p:nvSpPr>
            <p:spPr>
              <a:xfrm>
                <a:off x="3288160" y="2980169"/>
                <a:ext cx="137061" cy="14114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sz="600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1" name="文本框 220">
                <a:extLst>
                  <a:ext uri="{FF2B5EF4-FFF2-40B4-BE49-F238E27FC236}">
                    <a16:creationId xmlns:a16="http://schemas.microsoft.com/office/drawing/2014/main" id="{60ED5598-26C1-45E8-8B50-9889E1BF97A1}"/>
                  </a:ext>
                </a:extLst>
              </p:cNvPr>
              <p:cNvSpPr txBox="1"/>
              <p:nvPr/>
            </p:nvSpPr>
            <p:spPr>
              <a:xfrm>
                <a:off x="3312826" y="3007222"/>
                <a:ext cx="94882" cy="962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kumimoji="1" lang="en-US" altLang="zh-CN" sz="600">
                    <a:solidFill>
                      <a:schemeClr val="tx2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27</a:t>
                </a:r>
                <a:endParaRPr kumimoji="1" lang="zh-CN" altLang="en-US" sz="600" dirty="0">
                  <a:solidFill>
                    <a:schemeClr val="tx2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p:grpSp>
        <p:cxnSp>
          <p:nvCxnSpPr>
            <p:cNvPr id="254" name="连接符: 肘形 253">
              <a:extLst>
                <a:ext uri="{FF2B5EF4-FFF2-40B4-BE49-F238E27FC236}">
                  <a16:creationId xmlns:a16="http://schemas.microsoft.com/office/drawing/2014/main" id="{922574F5-95C4-404F-B251-BF092ACA9987}"/>
                </a:ext>
              </a:extLst>
            </p:cNvPr>
            <p:cNvCxnSpPr>
              <a:cxnSpLocks/>
              <a:stCxn id="23" idx="1"/>
              <a:endCxn id="41" idx="1"/>
            </p:cNvCxnSpPr>
            <p:nvPr/>
          </p:nvCxnSpPr>
          <p:spPr>
            <a:xfrm rot="5400000" flipH="1" flipV="1">
              <a:off x="2539990" y="-1283896"/>
              <a:ext cx="1291652" cy="4646643"/>
            </a:xfrm>
            <a:prstGeom prst="bentConnector3">
              <a:avLst>
                <a:gd name="adj1" fmla="val 119136"/>
              </a:avLst>
            </a:prstGeom>
            <a:ln w="12700"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35" name="矩形: 圆角 234">
              <a:extLst>
                <a:ext uri="{FF2B5EF4-FFF2-40B4-BE49-F238E27FC236}">
                  <a16:creationId xmlns:a16="http://schemas.microsoft.com/office/drawing/2014/main" id="{EB6656DB-0506-4B5F-83BC-64EED86ABD7F}"/>
                </a:ext>
              </a:extLst>
            </p:cNvPr>
            <p:cNvSpPr/>
            <p:nvPr/>
          </p:nvSpPr>
          <p:spPr>
            <a:xfrm rot="5400000">
              <a:off x="3262048" y="1371650"/>
              <a:ext cx="722916" cy="255758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Up Linear</a:t>
              </a:r>
              <a:endParaRPr lang="zh-CN" altLang="en-US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37" name="直接箭头连接符 236">
              <a:extLst>
                <a:ext uri="{FF2B5EF4-FFF2-40B4-BE49-F238E27FC236}">
                  <a16:creationId xmlns:a16="http://schemas.microsoft.com/office/drawing/2014/main" id="{AFB0E426-BDFB-43C1-BDFF-04C1FB714FEC}"/>
                </a:ext>
              </a:extLst>
            </p:cNvPr>
            <p:cNvCxnSpPr/>
            <p:nvPr/>
          </p:nvCxnSpPr>
          <p:spPr>
            <a:xfrm>
              <a:off x="3269591" y="1491663"/>
              <a:ext cx="242816" cy="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38" name="椭圆 237">
              <a:extLst>
                <a:ext uri="{FF2B5EF4-FFF2-40B4-BE49-F238E27FC236}">
                  <a16:creationId xmlns:a16="http://schemas.microsoft.com/office/drawing/2014/main" id="{84C748B2-7F78-49A3-86D8-A8AC3C0A20C6}"/>
                </a:ext>
              </a:extLst>
            </p:cNvPr>
            <p:cNvSpPr/>
            <p:nvPr/>
          </p:nvSpPr>
          <p:spPr>
            <a:xfrm>
              <a:off x="3321625" y="1307426"/>
              <a:ext cx="129674" cy="13544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600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7</a:t>
              </a:r>
              <a:endParaRPr lang="zh-CN" altLang="en-US" sz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06" name="组合 205">
              <a:extLst>
                <a:ext uri="{FF2B5EF4-FFF2-40B4-BE49-F238E27FC236}">
                  <a16:creationId xmlns:a16="http://schemas.microsoft.com/office/drawing/2014/main" id="{566D9CE2-303D-46AA-98E8-25F184BC1E81}"/>
                </a:ext>
              </a:extLst>
            </p:cNvPr>
            <p:cNvGrpSpPr/>
            <p:nvPr/>
          </p:nvGrpSpPr>
          <p:grpSpPr>
            <a:xfrm>
              <a:off x="5546332" y="1263766"/>
              <a:ext cx="129674" cy="135447"/>
              <a:chOff x="5407968" y="1378068"/>
              <a:chExt cx="129674" cy="135447"/>
            </a:xfrm>
          </p:grpSpPr>
          <p:sp>
            <p:nvSpPr>
              <p:cNvPr id="244" name="椭圆 243">
                <a:extLst>
                  <a:ext uri="{FF2B5EF4-FFF2-40B4-BE49-F238E27FC236}">
                    <a16:creationId xmlns:a16="http://schemas.microsoft.com/office/drawing/2014/main" id="{093BBC20-EBCE-4B50-91EA-C6C61A99654C}"/>
                  </a:ext>
                </a:extLst>
              </p:cNvPr>
              <p:cNvSpPr/>
              <p:nvPr/>
            </p:nvSpPr>
            <p:spPr>
              <a:xfrm>
                <a:off x="5407968" y="1378068"/>
                <a:ext cx="129674" cy="13544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sz="600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5" name="文本框 244">
                <a:extLst>
                  <a:ext uri="{FF2B5EF4-FFF2-40B4-BE49-F238E27FC236}">
                    <a16:creationId xmlns:a16="http://schemas.microsoft.com/office/drawing/2014/main" id="{1133F8DA-462E-4DC4-BC85-5160EE9C2448}"/>
                  </a:ext>
                </a:extLst>
              </p:cNvPr>
              <p:cNvSpPr txBox="1"/>
              <p:nvPr/>
            </p:nvSpPr>
            <p:spPr>
              <a:xfrm>
                <a:off x="5424646" y="1401634"/>
                <a:ext cx="89768" cy="923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kumimoji="1" lang="en-US" altLang="zh-CN" sz="600">
                    <a:solidFill>
                      <a:schemeClr val="tx2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10</a:t>
                </a:r>
                <a:endParaRPr kumimoji="1" lang="zh-CN" altLang="en-US" sz="600" dirty="0">
                  <a:solidFill>
                    <a:schemeClr val="tx2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p:grpSp>
        <p:sp>
          <p:nvSpPr>
            <p:cNvPr id="282" name="流程图: 或者 281">
              <a:extLst>
                <a:ext uri="{FF2B5EF4-FFF2-40B4-BE49-F238E27FC236}">
                  <a16:creationId xmlns:a16="http://schemas.microsoft.com/office/drawing/2014/main" id="{26B6911F-AAF7-4120-859D-3035E0EB6E8B}"/>
                </a:ext>
              </a:extLst>
            </p:cNvPr>
            <p:cNvSpPr/>
            <p:nvPr/>
          </p:nvSpPr>
          <p:spPr>
            <a:xfrm rot="18668590">
              <a:off x="5446857" y="1513874"/>
              <a:ext cx="146264" cy="146967"/>
            </a:xfrm>
            <a:prstGeom prst="flowChartOr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cxnSp>
          <p:nvCxnSpPr>
            <p:cNvPr id="284" name="直接箭头连接符 283">
              <a:extLst>
                <a:ext uri="{FF2B5EF4-FFF2-40B4-BE49-F238E27FC236}">
                  <a16:creationId xmlns:a16="http://schemas.microsoft.com/office/drawing/2014/main" id="{3CECEA32-28FA-4C8A-AAE3-2F6D1C3643DB}"/>
                </a:ext>
              </a:extLst>
            </p:cNvPr>
            <p:cNvCxnSpPr>
              <a:cxnSpLocks/>
              <a:stCxn id="41" idx="3"/>
              <a:endCxn id="282" idx="7"/>
            </p:cNvCxnSpPr>
            <p:nvPr/>
          </p:nvCxnSpPr>
          <p:spPr>
            <a:xfrm>
              <a:off x="5509138" y="1193345"/>
              <a:ext cx="5745" cy="320883"/>
            </a:xfrm>
            <a:prstGeom prst="straightConnector1">
              <a:avLst/>
            </a:prstGeom>
            <a:ln w="12700"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5" name="直接箭头连接符 284">
              <a:extLst>
                <a:ext uri="{FF2B5EF4-FFF2-40B4-BE49-F238E27FC236}">
                  <a16:creationId xmlns:a16="http://schemas.microsoft.com/office/drawing/2014/main" id="{FCDC074B-1EBB-41D3-B6AB-D8561D0B909B}"/>
                </a:ext>
              </a:extLst>
            </p:cNvPr>
            <p:cNvCxnSpPr>
              <a:cxnSpLocks/>
              <a:endCxn id="282" idx="1"/>
            </p:cNvCxnSpPr>
            <p:nvPr/>
          </p:nvCxnSpPr>
          <p:spPr>
            <a:xfrm>
              <a:off x="5193374" y="1588880"/>
              <a:ext cx="253462" cy="323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7" name="直接箭头连接符 286">
              <a:extLst>
                <a:ext uri="{FF2B5EF4-FFF2-40B4-BE49-F238E27FC236}">
                  <a16:creationId xmlns:a16="http://schemas.microsoft.com/office/drawing/2014/main" id="{25208E0B-3958-412B-958F-8D80D8666F9F}"/>
                </a:ext>
              </a:extLst>
            </p:cNvPr>
            <p:cNvCxnSpPr>
              <a:cxnSpLocks/>
            </p:cNvCxnSpPr>
            <p:nvPr/>
          </p:nvCxnSpPr>
          <p:spPr>
            <a:xfrm>
              <a:off x="5597433" y="1589749"/>
              <a:ext cx="186320" cy="318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43" name="矩形: 圆角 142">
              <a:extLst>
                <a:ext uri="{FF2B5EF4-FFF2-40B4-BE49-F238E27FC236}">
                  <a16:creationId xmlns:a16="http://schemas.microsoft.com/office/drawing/2014/main" id="{F166C46B-778E-46FB-AA47-780F7A154368}"/>
                </a:ext>
              </a:extLst>
            </p:cNvPr>
            <p:cNvSpPr/>
            <p:nvPr/>
          </p:nvSpPr>
          <p:spPr>
            <a:xfrm rot="5400000">
              <a:off x="3230082" y="2775474"/>
              <a:ext cx="1665652" cy="255756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800" dirty="0" err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Chunk_kda</a:t>
              </a:r>
              <a:endParaRPr lang="zh-CN" altLang="en-US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5" name="矩形: 圆角 144">
              <a:extLst>
                <a:ext uri="{FF2B5EF4-FFF2-40B4-BE49-F238E27FC236}">
                  <a16:creationId xmlns:a16="http://schemas.microsoft.com/office/drawing/2014/main" id="{BC9F6E03-E750-428F-8948-3467A736F98C}"/>
                </a:ext>
              </a:extLst>
            </p:cNvPr>
            <p:cNvSpPr/>
            <p:nvPr/>
          </p:nvSpPr>
          <p:spPr>
            <a:xfrm rot="5400000">
              <a:off x="4222003" y="3328052"/>
              <a:ext cx="623422" cy="199212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700" dirty="0" err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g_proj</a:t>
              </a:r>
              <a:endParaRPr lang="zh-CN" altLang="en-US" sz="7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8" name="矩形: 圆角 167">
              <a:extLst>
                <a:ext uri="{FF2B5EF4-FFF2-40B4-BE49-F238E27FC236}">
                  <a16:creationId xmlns:a16="http://schemas.microsoft.com/office/drawing/2014/main" id="{E6469774-64B4-4246-A867-40CC30E5AF9A}"/>
                </a:ext>
              </a:extLst>
            </p:cNvPr>
            <p:cNvSpPr/>
            <p:nvPr/>
          </p:nvSpPr>
          <p:spPr>
            <a:xfrm rot="5400000">
              <a:off x="2728589" y="2206538"/>
              <a:ext cx="829163" cy="255758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7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Q/K/V</a:t>
              </a:r>
              <a:r>
                <a:rPr lang="en-US" altLang="zh-CN" sz="7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_conv1d</a:t>
              </a:r>
              <a:endParaRPr lang="zh-CN" altLang="en-US" sz="7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0" name="矩形: 圆角 169">
              <a:extLst>
                <a:ext uri="{FF2B5EF4-FFF2-40B4-BE49-F238E27FC236}">
                  <a16:creationId xmlns:a16="http://schemas.microsoft.com/office/drawing/2014/main" id="{36B94858-457A-4AE6-83AF-DA1DD2465630}"/>
                </a:ext>
              </a:extLst>
            </p:cNvPr>
            <p:cNvSpPr/>
            <p:nvPr/>
          </p:nvSpPr>
          <p:spPr>
            <a:xfrm rot="5400000">
              <a:off x="5042613" y="2801409"/>
              <a:ext cx="870662" cy="199212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800" dirty="0" err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O_proj</a:t>
              </a:r>
              <a:endParaRPr lang="zh-CN" altLang="en-US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1" name="矩形: 圆角 170">
              <a:extLst>
                <a:ext uri="{FF2B5EF4-FFF2-40B4-BE49-F238E27FC236}">
                  <a16:creationId xmlns:a16="http://schemas.microsoft.com/office/drawing/2014/main" id="{C09CD77D-A0A3-447B-8FF9-6B32DB1CE38A}"/>
                </a:ext>
              </a:extLst>
            </p:cNvPr>
            <p:cNvSpPr/>
            <p:nvPr/>
          </p:nvSpPr>
          <p:spPr>
            <a:xfrm rot="5400000">
              <a:off x="2047774" y="2210052"/>
              <a:ext cx="816542" cy="255758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Q/K/V</a:t>
              </a:r>
              <a:r>
                <a:rPr lang="en-US" altLang="zh-CN" sz="800" dirty="0" err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_proj</a:t>
              </a:r>
              <a:endParaRPr lang="en-US" altLang="zh-CN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2" name="矩形: 圆角 171">
              <a:extLst>
                <a:ext uri="{FF2B5EF4-FFF2-40B4-BE49-F238E27FC236}">
                  <a16:creationId xmlns:a16="http://schemas.microsoft.com/office/drawing/2014/main" id="{2F2A829F-BBC2-43F8-A836-8DD434CAFE0D}"/>
                </a:ext>
              </a:extLst>
            </p:cNvPr>
            <p:cNvSpPr/>
            <p:nvPr/>
          </p:nvSpPr>
          <p:spPr>
            <a:xfrm rot="5400000">
              <a:off x="2448980" y="2775020"/>
              <a:ext cx="722915" cy="255758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800" dirty="0" err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f_a_proj</a:t>
              </a:r>
              <a:endParaRPr lang="zh-CN" altLang="en-US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3" name="矩形: 圆角 172">
              <a:extLst>
                <a:ext uri="{FF2B5EF4-FFF2-40B4-BE49-F238E27FC236}">
                  <a16:creationId xmlns:a16="http://schemas.microsoft.com/office/drawing/2014/main" id="{3046ED3D-258D-45B4-B969-5507F43E9205}"/>
                </a:ext>
              </a:extLst>
            </p:cNvPr>
            <p:cNvSpPr/>
            <p:nvPr/>
          </p:nvSpPr>
          <p:spPr>
            <a:xfrm rot="5400000">
              <a:off x="2159923" y="3298112"/>
              <a:ext cx="580988" cy="255758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800" dirty="0" err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b_proj</a:t>
              </a:r>
              <a:endParaRPr lang="zh-CN" altLang="en-US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5" name="矩形: 圆角 174">
              <a:extLst>
                <a:ext uri="{FF2B5EF4-FFF2-40B4-BE49-F238E27FC236}">
                  <a16:creationId xmlns:a16="http://schemas.microsoft.com/office/drawing/2014/main" id="{22E81D09-A682-4CF3-B9E4-6A3BA8047E56}"/>
                </a:ext>
              </a:extLst>
            </p:cNvPr>
            <p:cNvSpPr/>
            <p:nvPr/>
          </p:nvSpPr>
          <p:spPr>
            <a:xfrm rot="5400000">
              <a:off x="3220257" y="2775020"/>
              <a:ext cx="722915" cy="255758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800" dirty="0" err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f_b_proj</a:t>
              </a:r>
              <a:endParaRPr lang="zh-CN" altLang="en-US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7" name="矩形: 圆角 176">
              <a:extLst>
                <a:ext uri="{FF2B5EF4-FFF2-40B4-BE49-F238E27FC236}">
                  <a16:creationId xmlns:a16="http://schemas.microsoft.com/office/drawing/2014/main" id="{A78368A2-390A-4D7F-8259-409063F59718}"/>
                </a:ext>
              </a:extLst>
            </p:cNvPr>
            <p:cNvSpPr/>
            <p:nvPr/>
          </p:nvSpPr>
          <p:spPr>
            <a:xfrm rot="5400000">
              <a:off x="4693825" y="2773136"/>
              <a:ext cx="722913" cy="255758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700" dirty="0" err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RMSNorm</a:t>
              </a:r>
              <a:endParaRPr lang="zh-CN" altLang="en-US" sz="7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80" name="直接箭头连接符 179">
              <a:extLst>
                <a:ext uri="{FF2B5EF4-FFF2-40B4-BE49-F238E27FC236}">
                  <a16:creationId xmlns:a16="http://schemas.microsoft.com/office/drawing/2014/main" id="{6268B07C-2182-437C-8ADF-BDA15B005BD9}"/>
                </a:ext>
              </a:extLst>
            </p:cNvPr>
            <p:cNvCxnSpPr>
              <a:cxnSpLocks/>
              <a:stCxn id="177" idx="0"/>
              <a:endCxn id="170" idx="2"/>
            </p:cNvCxnSpPr>
            <p:nvPr/>
          </p:nvCxnSpPr>
          <p:spPr>
            <a:xfrm flipV="1">
              <a:off x="5183161" y="2901015"/>
              <a:ext cx="195177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4" name="连接符: 肘形 183">
              <a:extLst>
                <a:ext uri="{FF2B5EF4-FFF2-40B4-BE49-F238E27FC236}">
                  <a16:creationId xmlns:a16="http://schemas.microsoft.com/office/drawing/2014/main" id="{8A013AA6-2202-4B1F-809F-7047B9EA8CA5}"/>
                </a:ext>
              </a:extLst>
            </p:cNvPr>
            <p:cNvCxnSpPr>
              <a:cxnSpLocks/>
              <a:endCxn id="173" idx="2"/>
            </p:cNvCxnSpPr>
            <p:nvPr/>
          </p:nvCxnSpPr>
          <p:spPr>
            <a:xfrm rot="16200000" flipH="1">
              <a:off x="1806245" y="2909698"/>
              <a:ext cx="530088" cy="502497"/>
            </a:xfrm>
            <a:prstGeom prst="bentConnector2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箭头连接符 44">
              <a:extLst>
                <a:ext uri="{FF2B5EF4-FFF2-40B4-BE49-F238E27FC236}">
                  <a16:creationId xmlns:a16="http://schemas.microsoft.com/office/drawing/2014/main" id="{6AF13F90-0285-47C9-8561-4197151D657B}"/>
                </a:ext>
              </a:extLst>
            </p:cNvPr>
            <p:cNvCxnSpPr>
              <a:stCxn id="171" idx="0"/>
              <a:endCxn id="168" idx="2"/>
            </p:cNvCxnSpPr>
            <p:nvPr/>
          </p:nvCxnSpPr>
          <p:spPr>
            <a:xfrm flipV="1">
              <a:off x="2583924" y="2334418"/>
              <a:ext cx="431368" cy="351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直接箭头连接符 187">
              <a:extLst>
                <a:ext uri="{FF2B5EF4-FFF2-40B4-BE49-F238E27FC236}">
                  <a16:creationId xmlns:a16="http://schemas.microsoft.com/office/drawing/2014/main" id="{04B88AE6-80AC-4703-BDC0-AEC9B2E2B577}"/>
                </a:ext>
              </a:extLst>
            </p:cNvPr>
            <p:cNvCxnSpPr>
              <a:cxnSpLocks/>
              <a:endCxn id="175" idx="2"/>
            </p:cNvCxnSpPr>
            <p:nvPr/>
          </p:nvCxnSpPr>
          <p:spPr>
            <a:xfrm flipV="1">
              <a:off x="2948068" y="2902900"/>
              <a:ext cx="505768" cy="175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直接箭头连接符 193">
              <a:extLst>
                <a:ext uri="{FF2B5EF4-FFF2-40B4-BE49-F238E27FC236}">
                  <a16:creationId xmlns:a16="http://schemas.microsoft.com/office/drawing/2014/main" id="{4866E11B-9D1C-4C02-8467-D132AD832708}"/>
                </a:ext>
              </a:extLst>
            </p:cNvPr>
            <p:cNvCxnSpPr>
              <a:cxnSpLocks/>
              <a:stCxn id="175" idx="0"/>
              <a:endCxn id="143" idx="2"/>
            </p:cNvCxnSpPr>
            <p:nvPr/>
          </p:nvCxnSpPr>
          <p:spPr>
            <a:xfrm>
              <a:off x="3709594" y="2902900"/>
              <a:ext cx="225436" cy="45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箭头连接符 94">
              <a:extLst>
                <a:ext uri="{FF2B5EF4-FFF2-40B4-BE49-F238E27FC236}">
                  <a16:creationId xmlns:a16="http://schemas.microsoft.com/office/drawing/2014/main" id="{08D6BF9F-9E92-4FD2-962B-CF799A4CC249}"/>
                </a:ext>
              </a:extLst>
            </p:cNvPr>
            <p:cNvCxnSpPr>
              <a:cxnSpLocks/>
              <a:stCxn id="173" idx="0"/>
            </p:cNvCxnSpPr>
            <p:nvPr/>
          </p:nvCxnSpPr>
          <p:spPr>
            <a:xfrm>
              <a:off x="2578296" y="3425991"/>
              <a:ext cx="1356733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直接箭头连接符 209">
              <a:extLst>
                <a:ext uri="{FF2B5EF4-FFF2-40B4-BE49-F238E27FC236}">
                  <a16:creationId xmlns:a16="http://schemas.microsoft.com/office/drawing/2014/main" id="{B8589740-B9A3-42A1-874D-7EFD285D4D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72513" y="2326865"/>
              <a:ext cx="668145" cy="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连接符: 肘形 186">
              <a:extLst>
                <a:ext uri="{FF2B5EF4-FFF2-40B4-BE49-F238E27FC236}">
                  <a16:creationId xmlns:a16="http://schemas.microsoft.com/office/drawing/2014/main" id="{BF1FEE61-3FF8-4F1A-AED7-53EDF1DC17D3}"/>
                </a:ext>
              </a:extLst>
            </p:cNvPr>
            <p:cNvCxnSpPr>
              <a:stCxn id="170" idx="0"/>
              <a:endCxn id="50" idx="3"/>
            </p:cNvCxnSpPr>
            <p:nvPr/>
          </p:nvCxnSpPr>
          <p:spPr>
            <a:xfrm flipV="1">
              <a:off x="5577550" y="2194957"/>
              <a:ext cx="815809" cy="706058"/>
            </a:xfrm>
            <a:prstGeom prst="bentConnector2">
              <a:avLst/>
            </a:prstGeom>
            <a:ln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直接箭头连接符 189">
              <a:extLst>
                <a:ext uri="{FF2B5EF4-FFF2-40B4-BE49-F238E27FC236}">
                  <a16:creationId xmlns:a16="http://schemas.microsoft.com/office/drawing/2014/main" id="{26904F84-5B46-4022-A81E-538341764E56}"/>
                </a:ext>
              </a:extLst>
            </p:cNvPr>
            <p:cNvCxnSpPr>
              <a:cxnSpLocks/>
            </p:cNvCxnSpPr>
            <p:nvPr/>
          </p:nvCxnSpPr>
          <p:spPr>
            <a:xfrm>
              <a:off x="5982965" y="1713251"/>
              <a:ext cx="282514" cy="1967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96" name="组合 195">
              <a:extLst>
                <a:ext uri="{FF2B5EF4-FFF2-40B4-BE49-F238E27FC236}">
                  <a16:creationId xmlns:a16="http://schemas.microsoft.com/office/drawing/2014/main" id="{A428E0F1-45DB-42D8-BB80-B44203A45C22}"/>
                </a:ext>
              </a:extLst>
            </p:cNvPr>
            <p:cNvGrpSpPr/>
            <p:nvPr/>
          </p:nvGrpSpPr>
          <p:grpSpPr>
            <a:xfrm>
              <a:off x="2653914" y="2164940"/>
              <a:ext cx="129674" cy="135447"/>
              <a:chOff x="2515550" y="2279242"/>
              <a:chExt cx="129674" cy="135447"/>
            </a:xfrm>
          </p:grpSpPr>
          <p:sp>
            <p:nvSpPr>
              <p:cNvPr id="228" name="椭圆 227">
                <a:extLst>
                  <a:ext uri="{FF2B5EF4-FFF2-40B4-BE49-F238E27FC236}">
                    <a16:creationId xmlns:a16="http://schemas.microsoft.com/office/drawing/2014/main" id="{08E7E917-FC13-4601-B7EB-E6CBB4D7511D}"/>
                  </a:ext>
                </a:extLst>
              </p:cNvPr>
              <p:cNvSpPr/>
              <p:nvPr/>
            </p:nvSpPr>
            <p:spPr>
              <a:xfrm>
                <a:off x="2515550" y="2279242"/>
                <a:ext cx="129674" cy="13544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sz="600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9" name="文本框 228">
                <a:extLst>
                  <a:ext uri="{FF2B5EF4-FFF2-40B4-BE49-F238E27FC236}">
                    <a16:creationId xmlns:a16="http://schemas.microsoft.com/office/drawing/2014/main" id="{9D29243B-F122-41A0-B16F-840C887C4554}"/>
                  </a:ext>
                </a:extLst>
              </p:cNvPr>
              <p:cNvSpPr txBox="1"/>
              <p:nvPr/>
            </p:nvSpPr>
            <p:spPr>
              <a:xfrm>
                <a:off x="2532228" y="2302808"/>
                <a:ext cx="89768" cy="923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kumimoji="1" lang="en-US" altLang="zh-CN" sz="600">
                    <a:solidFill>
                      <a:schemeClr val="tx2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12</a:t>
                </a:r>
                <a:endParaRPr kumimoji="1" lang="zh-CN" altLang="en-US" sz="600" dirty="0">
                  <a:solidFill>
                    <a:schemeClr val="tx2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p:grpSp>
        <p:grpSp>
          <p:nvGrpSpPr>
            <p:cNvPr id="192" name="组合 191">
              <a:extLst>
                <a:ext uri="{FF2B5EF4-FFF2-40B4-BE49-F238E27FC236}">
                  <a16:creationId xmlns:a16="http://schemas.microsoft.com/office/drawing/2014/main" id="{52F9DC7F-BA50-436A-9131-652A004332D3}"/>
                </a:ext>
              </a:extLst>
            </p:cNvPr>
            <p:cNvGrpSpPr/>
            <p:nvPr/>
          </p:nvGrpSpPr>
          <p:grpSpPr>
            <a:xfrm>
              <a:off x="3509522" y="2166692"/>
              <a:ext cx="129674" cy="135447"/>
              <a:chOff x="3371158" y="2280994"/>
              <a:chExt cx="129674" cy="135447"/>
            </a:xfrm>
          </p:grpSpPr>
          <p:sp>
            <p:nvSpPr>
              <p:cNvPr id="230" name="椭圆 229">
                <a:extLst>
                  <a:ext uri="{FF2B5EF4-FFF2-40B4-BE49-F238E27FC236}">
                    <a16:creationId xmlns:a16="http://schemas.microsoft.com/office/drawing/2014/main" id="{AE2E4294-DAE7-4CB1-BFE0-9584BD1D24DB}"/>
                  </a:ext>
                </a:extLst>
              </p:cNvPr>
              <p:cNvSpPr/>
              <p:nvPr/>
            </p:nvSpPr>
            <p:spPr>
              <a:xfrm>
                <a:off x="3371158" y="2280994"/>
                <a:ext cx="129674" cy="13544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sz="600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31" name="文本框 230">
                <a:extLst>
                  <a:ext uri="{FF2B5EF4-FFF2-40B4-BE49-F238E27FC236}">
                    <a16:creationId xmlns:a16="http://schemas.microsoft.com/office/drawing/2014/main" id="{C4DCCE3A-138E-48DE-9280-016DA9D84E19}"/>
                  </a:ext>
                </a:extLst>
              </p:cNvPr>
              <p:cNvSpPr txBox="1"/>
              <p:nvPr/>
            </p:nvSpPr>
            <p:spPr>
              <a:xfrm>
                <a:off x="3387836" y="2304560"/>
                <a:ext cx="89768" cy="923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kumimoji="1" lang="en-US" altLang="zh-CN" sz="600">
                    <a:solidFill>
                      <a:schemeClr val="tx2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13</a:t>
                </a:r>
                <a:endParaRPr kumimoji="1" lang="zh-CN" altLang="en-US" sz="600" dirty="0">
                  <a:solidFill>
                    <a:schemeClr val="tx2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p:grpSp>
        <p:grpSp>
          <p:nvGrpSpPr>
            <p:cNvPr id="233" name="组合 232">
              <a:extLst>
                <a:ext uri="{FF2B5EF4-FFF2-40B4-BE49-F238E27FC236}">
                  <a16:creationId xmlns:a16="http://schemas.microsoft.com/office/drawing/2014/main" id="{1CADDC48-8F5F-436D-A2F7-5B9852182F51}"/>
                </a:ext>
              </a:extLst>
            </p:cNvPr>
            <p:cNvGrpSpPr/>
            <p:nvPr/>
          </p:nvGrpSpPr>
          <p:grpSpPr>
            <a:xfrm>
              <a:off x="2985695" y="3000048"/>
              <a:ext cx="129674" cy="135447"/>
              <a:chOff x="3371158" y="2280994"/>
              <a:chExt cx="129674" cy="135447"/>
            </a:xfrm>
          </p:grpSpPr>
          <p:sp>
            <p:nvSpPr>
              <p:cNvPr id="234" name="椭圆 233">
                <a:extLst>
                  <a:ext uri="{FF2B5EF4-FFF2-40B4-BE49-F238E27FC236}">
                    <a16:creationId xmlns:a16="http://schemas.microsoft.com/office/drawing/2014/main" id="{6462DC68-8AB6-4550-8AF1-1587223EBA90}"/>
                  </a:ext>
                </a:extLst>
              </p:cNvPr>
              <p:cNvSpPr/>
              <p:nvPr/>
            </p:nvSpPr>
            <p:spPr>
              <a:xfrm>
                <a:off x="3371158" y="2280994"/>
                <a:ext cx="129674" cy="13544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sz="600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36" name="文本框 235">
                <a:extLst>
                  <a:ext uri="{FF2B5EF4-FFF2-40B4-BE49-F238E27FC236}">
                    <a16:creationId xmlns:a16="http://schemas.microsoft.com/office/drawing/2014/main" id="{FFEB1F13-B7BD-46A8-9843-E0909678C898}"/>
                  </a:ext>
                </a:extLst>
              </p:cNvPr>
              <p:cNvSpPr txBox="1"/>
              <p:nvPr/>
            </p:nvSpPr>
            <p:spPr>
              <a:xfrm>
                <a:off x="3387836" y="2304560"/>
                <a:ext cx="89768" cy="923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kumimoji="1" lang="en-US" altLang="zh-CN" sz="600">
                    <a:solidFill>
                      <a:schemeClr val="tx2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14</a:t>
                </a:r>
                <a:endParaRPr kumimoji="1" lang="zh-CN" altLang="en-US" sz="600" dirty="0">
                  <a:solidFill>
                    <a:schemeClr val="tx2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p:grpSp>
        <p:grpSp>
          <p:nvGrpSpPr>
            <p:cNvPr id="239" name="组合 238">
              <a:extLst>
                <a:ext uri="{FF2B5EF4-FFF2-40B4-BE49-F238E27FC236}">
                  <a16:creationId xmlns:a16="http://schemas.microsoft.com/office/drawing/2014/main" id="{A8543A20-2C69-40A1-A4A5-0914087EF221}"/>
                </a:ext>
              </a:extLst>
            </p:cNvPr>
            <p:cNvGrpSpPr/>
            <p:nvPr/>
          </p:nvGrpSpPr>
          <p:grpSpPr>
            <a:xfrm>
              <a:off x="3738668" y="2742727"/>
              <a:ext cx="129674" cy="135447"/>
              <a:chOff x="3371158" y="2280994"/>
              <a:chExt cx="129674" cy="135447"/>
            </a:xfrm>
          </p:grpSpPr>
          <p:sp>
            <p:nvSpPr>
              <p:cNvPr id="240" name="椭圆 239">
                <a:extLst>
                  <a:ext uri="{FF2B5EF4-FFF2-40B4-BE49-F238E27FC236}">
                    <a16:creationId xmlns:a16="http://schemas.microsoft.com/office/drawing/2014/main" id="{8192D918-91D9-4C6A-98DF-E8E430FC9E74}"/>
                  </a:ext>
                </a:extLst>
              </p:cNvPr>
              <p:cNvSpPr/>
              <p:nvPr/>
            </p:nvSpPr>
            <p:spPr>
              <a:xfrm>
                <a:off x="3371158" y="2280994"/>
                <a:ext cx="129674" cy="13544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sz="600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1" name="文本框 240">
                <a:extLst>
                  <a:ext uri="{FF2B5EF4-FFF2-40B4-BE49-F238E27FC236}">
                    <a16:creationId xmlns:a16="http://schemas.microsoft.com/office/drawing/2014/main" id="{0B9268EE-C6C2-45D4-9E1C-EC7EF377C210}"/>
                  </a:ext>
                </a:extLst>
              </p:cNvPr>
              <p:cNvSpPr txBox="1"/>
              <p:nvPr/>
            </p:nvSpPr>
            <p:spPr>
              <a:xfrm>
                <a:off x="3387836" y="2304560"/>
                <a:ext cx="89768" cy="923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kumimoji="1" lang="en-US" altLang="zh-CN" sz="600">
                    <a:solidFill>
                      <a:schemeClr val="tx2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15</a:t>
                </a:r>
                <a:endParaRPr kumimoji="1" lang="zh-CN" altLang="en-US" sz="600" dirty="0">
                  <a:solidFill>
                    <a:schemeClr val="tx2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p:grpSp>
        <p:grpSp>
          <p:nvGrpSpPr>
            <p:cNvPr id="242" name="组合 241">
              <a:extLst>
                <a:ext uri="{FF2B5EF4-FFF2-40B4-BE49-F238E27FC236}">
                  <a16:creationId xmlns:a16="http://schemas.microsoft.com/office/drawing/2014/main" id="{58F5084D-FA18-490C-9F9C-B56E9B923753}"/>
                </a:ext>
              </a:extLst>
            </p:cNvPr>
            <p:cNvGrpSpPr/>
            <p:nvPr/>
          </p:nvGrpSpPr>
          <p:grpSpPr>
            <a:xfrm>
              <a:off x="3148642" y="3299157"/>
              <a:ext cx="129674" cy="135447"/>
              <a:chOff x="3371158" y="2280994"/>
              <a:chExt cx="129674" cy="135447"/>
            </a:xfrm>
          </p:grpSpPr>
          <p:sp>
            <p:nvSpPr>
              <p:cNvPr id="243" name="椭圆 242">
                <a:extLst>
                  <a:ext uri="{FF2B5EF4-FFF2-40B4-BE49-F238E27FC236}">
                    <a16:creationId xmlns:a16="http://schemas.microsoft.com/office/drawing/2014/main" id="{69AB83A0-8199-4702-9FCC-A4956947EB4B}"/>
                  </a:ext>
                </a:extLst>
              </p:cNvPr>
              <p:cNvSpPr/>
              <p:nvPr/>
            </p:nvSpPr>
            <p:spPr>
              <a:xfrm>
                <a:off x="3371158" y="2280994"/>
                <a:ext cx="129674" cy="13544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sz="600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6" name="文本框 245">
                <a:extLst>
                  <a:ext uri="{FF2B5EF4-FFF2-40B4-BE49-F238E27FC236}">
                    <a16:creationId xmlns:a16="http://schemas.microsoft.com/office/drawing/2014/main" id="{480CFF8C-25C6-4925-A88D-0869319C3BB2}"/>
                  </a:ext>
                </a:extLst>
              </p:cNvPr>
              <p:cNvSpPr txBox="1"/>
              <p:nvPr/>
            </p:nvSpPr>
            <p:spPr>
              <a:xfrm>
                <a:off x="3387836" y="2304560"/>
                <a:ext cx="89768" cy="923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kumimoji="1" lang="en-US" altLang="zh-CN" sz="600">
                    <a:solidFill>
                      <a:schemeClr val="tx2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16</a:t>
                </a:r>
                <a:endParaRPr kumimoji="1" lang="zh-CN" altLang="en-US" sz="600" dirty="0">
                  <a:solidFill>
                    <a:schemeClr val="tx2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p:grpSp>
        <p:grpSp>
          <p:nvGrpSpPr>
            <p:cNvPr id="247" name="组合 246">
              <a:extLst>
                <a:ext uri="{FF2B5EF4-FFF2-40B4-BE49-F238E27FC236}">
                  <a16:creationId xmlns:a16="http://schemas.microsoft.com/office/drawing/2014/main" id="{64103BA5-08CB-4815-B2D6-C7B655D07FC1}"/>
                </a:ext>
              </a:extLst>
            </p:cNvPr>
            <p:cNvGrpSpPr/>
            <p:nvPr/>
          </p:nvGrpSpPr>
          <p:grpSpPr>
            <a:xfrm>
              <a:off x="4314094" y="2732369"/>
              <a:ext cx="129674" cy="135447"/>
              <a:chOff x="3371158" y="2280994"/>
              <a:chExt cx="129674" cy="135447"/>
            </a:xfrm>
          </p:grpSpPr>
          <p:sp>
            <p:nvSpPr>
              <p:cNvPr id="248" name="椭圆 247">
                <a:extLst>
                  <a:ext uri="{FF2B5EF4-FFF2-40B4-BE49-F238E27FC236}">
                    <a16:creationId xmlns:a16="http://schemas.microsoft.com/office/drawing/2014/main" id="{3E000B19-E52C-4981-854F-58318D4C7164}"/>
                  </a:ext>
                </a:extLst>
              </p:cNvPr>
              <p:cNvSpPr/>
              <p:nvPr/>
            </p:nvSpPr>
            <p:spPr>
              <a:xfrm>
                <a:off x="3371158" y="2280994"/>
                <a:ext cx="129674" cy="13544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sz="600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9" name="文本框 248">
                <a:extLst>
                  <a:ext uri="{FF2B5EF4-FFF2-40B4-BE49-F238E27FC236}">
                    <a16:creationId xmlns:a16="http://schemas.microsoft.com/office/drawing/2014/main" id="{AE739DAE-17EE-476A-AA24-7927D2EE92C0}"/>
                  </a:ext>
                </a:extLst>
              </p:cNvPr>
              <p:cNvSpPr txBox="1"/>
              <p:nvPr/>
            </p:nvSpPr>
            <p:spPr>
              <a:xfrm>
                <a:off x="3387836" y="2304560"/>
                <a:ext cx="89768" cy="923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kumimoji="1" lang="en-US" altLang="zh-CN" sz="600">
                    <a:solidFill>
                      <a:schemeClr val="tx2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17</a:t>
                </a:r>
                <a:endParaRPr kumimoji="1" lang="zh-CN" altLang="en-US" sz="600" dirty="0">
                  <a:solidFill>
                    <a:schemeClr val="tx2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p:grpSp>
        <p:grpSp>
          <p:nvGrpSpPr>
            <p:cNvPr id="250" name="组合 249">
              <a:extLst>
                <a:ext uri="{FF2B5EF4-FFF2-40B4-BE49-F238E27FC236}">
                  <a16:creationId xmlns:a16="http://schemas.microsoft.com/office/drawing/2014/main" id="{EB5846AA-712F-4005-8422-8B51E7150030}"/>
                </a:ext>
              </a:extLst>
            </p:cNvPr>
            <p:cNvGrpSpPr/>
            <p:nvPr/>
          </p:nvGrpSpPr>
          <p:grpSpPr>
            <a:xfrm>
              <a:off x="4755557" y="3311222"/>
              <a:ext cx="129674" cy="135447"/>
              <a:chOff x="3371158" y="2280994"/>
              <a:chExt cx="129674" cy="135447"/>
            </a:xfrm>
          </p:grpSpPr>
          <p:sp>
            <p:nvSpPr>
              <p:cNvPr id="251" name="椭圆 250">
                <a:extLst>
                  <a:ext uri="{FF2B5EF4-FFF2-40B4-BE49-F238E27FC236}">
                    <a16:creationId xmlns:a16="http://schemas.microsoft.com/office/drawing/2014/main" id="{357C327B-B5E6-41F0-9135-2A6771BC8A3B}"/>
                  </a:ext>
                </a:extLst>
              </p:cNvPr>
              <p:cNvSpPr/>
              <p:nvPr/>
            </p:nvSpPr>
            <p:spPr>
              <a:xfrm>
                <a:off x="3371158" y="2280994"/>
                <a:ext cx="129674" cy="13544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sz="600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2" name="文本框 251">
                <a:extLst>
                  <a:ext uri="{FF2B5EF4-FFF2-40B4-BE49-F238E27FC236}">
                    <a16:creationId xmlns:a16="http://schemas.microsoft.com/office/drawing/2014/main" id="{70B8F6DB-91FD-4A57-88B7-11D235BC3AE0}"/>
                  </a:ext>
                </a:extLst>
              </p:cNvPr>
              <p:cNvSpPr txBox="1"/>
              <p:nvPr/>
            </p:nvSpPr>
            <p:spPr>
              <a:xfrm>
                <a:off x="3387836" y="2304560"/>
                <a:ext cx="89768" cy="923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kumimoji="1" lang="en-US" altLang="zh-CN" sz="600">
                    <a:solidFill>
                      <a:schemeClr val="tx2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18</a:t>
                </a:r>
                <a:endParaRPr kumimoji="1" lang="zh-CN" altLang="en-US" sz="600" dirty="0">
                  <a:solidFill>
                    <a:schemeClr val="tx2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p:grpSp>
        <p:grpSp>
          <p:nvGrpSpPr>
            <p:cNvPr id="257" name="组合 256">
              <a:extLst>
                <a:ext uri="{FF2B5EF4-FFF2-40B4-BE49-F238E27FC236}">
                  <a16:creationId xmlns:a16="http://schemas.microsoft.com/office/drawing/2014/main" id="{37F91BA0-9056-4E7E-A116-2407DFB51F73}"/>
                </a:ext>
              </a:extLst>
            </p:cNvPr>
            <p:cNvGrpSpPr/>
            <p:nvPr/>
          </p:nvGrpSpPr>
          <p:grpSpPr>
            <a:xfrm>
              <a:off x="5213895" y="2719670"/>
              <a:ext cx="129674" cy="135447"/>
              <a:chOff x="3371158" y="2280994"/>
              <a:chExt cx="129674" cy="135447"/>
            </a:xfrm>
          </p:grpSpPr>
          <p:sp>
            <p:nvSpPr>
              <p:cNvPr id="258" name="椭圆 257">
                <a:extLst>
                  <a:ext uri="{FF2B5EF4-FFF2-40B4-BE49-F238E27FC236}">
                    <a16:creationId xmlns:a16="http://schemas.microsoft.com/office/drawing/2014/main" id="{5D57830D-57C4-4E9E-A6E2-369AA4859797}"/>
                  </a:ext>
                </a:extLst>
              </p:cNvPr>
              <p:cNvSpPr/>
              <p:nvPr/>
            </p:nvSpPr>
            <p:spPr>
              <a:xfrm>
                <a:off x="3371158" y="2280994"/>
                <a:ext cx="129674" cy="13544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sz="600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9" name="文本框 258">
                <a:extLst>
                  <a:ext uri="{FF2B5EF4-FFF2-40B4-BE49-F238E27FC236}">
                    <a16:creationId xmlns:a16="http://schemas.microsoft.com/office/drawing/2014/main" id="{9012C305-B117-4FA4-BF9C-558CDA329935}"/>
                  </a:ext>
                </a:extLst>
              </p:cNvPr>
              <p:cNvSpPr txBox="1"/>
              <p:nvPr/>
            </p:nvSpPr>
            <p:spPr>
              <a:xfrm>
                <a:off x="3387836" y="2304560"/>
                <a:ext cx="89768" cy="923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kumimoji="1" lang="en-US" altLang="zh-CN" sz="600">
                    <a:solidFill>
                      <a:schemeClr val="tx2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19</a:t>
                </a:r>
                <a:endParaRPr kumimoji="1" lang="zh-CN" altLang="en-US" sz="600" dirty="0">
                  <a:solidFill>
                    <a:schemeClr val="tx2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p:grpSp>
        <p:cxnSp>
          <p:nvCxnSpPr>
            <p:cNvPr id="198" name="连接符: 肘形 197">
              <a:extLst>
                <a:ext uri="{FF2B5EF4-FFF2-40B4-BE49-F238E27FC236}">
                  <a16:creationId xmlns:a16="http://schemas.microsoft.com/office/drawing/2014/main" id="{2D773E9F-4FCC-4487-89D0-23A6BF4C4B73}"/>
                </a:ext>
              </a:extLst>
            </p:cNvPr>
            <p:cNvCxnSpPr>
              <a:stCxn id="30" idx="0"/>
            </p:cNvCxnSpPr>
            <p:nvPr/>
          </p:nvCxnSpPr>
          <p:spPr>
            <a:xfrm>
              <a:off x="3751385" y="565747"/>
              <a:ext cx="1184944" cy="323787"/>
            </a:xfrm>
            <a:prstGeom prst="bent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连接符: 肘形 200">
              <a:extLst>
                <a:ext uri="{FF2B5EF4-FFF2-40B4-BE49-F238E27FC236}">
                  <a16:creationId xmlns:a16="http://schemas.microsoft.com/office/drawing/2014/main" id="{61952DD1-BECA-4C99-A2C7-CD75389F2550}"/>
                </a:ext>
              </a:extLst>
            </p:cNvPr>
            <p:cNvCxnSpPr>
              <a:stCxn id="235" idx="0"/>
            </p:cNvCxnSpPr>
            <p:nvPr/>
          </p:nvCxnSpPr>
          <p:spPr>
            <a:xfrm flipV="1">
              <a:off x="3751385" y="1361869"/>
              <a:ext cx="1176017" cy="137660"/>
            </a:xfrm>
            <a:prstGeom prst="bent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直接连接符 214">
              <a:extLst>
                <a:ext uri="{FF2B5EF4-FFF2-40B4-BE49-F238E27FC236}">
                  <a16:creationId xmlns:a16="http://schemas.microsoft.com/office/drawing/2014/main" id="{C5FAECFD-6CF5-46BF-AA19-649EFF3089FB}"/>
                </a:ext>
              </a:extLst>
            </p:cNvPr>
            <p:cNvCxnSpPr>
              <a:cxnSpLocks/>
            </p:cNvCxnSpPr>
            <p:nvPr/>
          </p:nvCxnSpPr>
          <p:spPr>
            <a:xfrm>
              <a:off x="1820040" y="2337931"/>
              <a:ext cx="0" cy="58742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直接箭头连接符 263">
              <a:extLst>
                <a:ext uri="{FF2B5EF4-FFF2-40B4-BE49-F238E27FC236}">
                  <a16:creationId xmlns:a16="http://schemas.microsoft.com/office/drawing/2014/main" id="{F51298E7-1E17-4F85-8EFE-5A63596417F9}"/>
                </a:ext>
              </a:extLst>
            </p:cNvPr>
            <p:cNvCxnSpPr>
              <a:cxnSpLocks/>
              <a:endCxn id="172" idx="2"/>
            </p:cNvCxnSpPr>
            <p:nvPr/>
          </p:nvCxnSpPr>
          <p:spPr>
            <a:xfrm flipV="1">
              <a:off x="1820040" y="2902900"/>
              <a:ext cx="862519" cy="175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连接符: 肘形 270">
              <a:extLst>
                <a:ext uri="{FF2B5EF4-FFF2-40B4-BE49-F238E27FC236}">
                  <a16:creationId xmlns:a16="http://schemas.microsoft.com/office/drawing/2014/main" id="{F0854117-30EA-415D-9CCC-6D818EAF934D}"/>
                </a:ext>
              </a:extLst>
            </p:cNvPr>
            <p:cNvCxnSpPr>
              <a:endCxn id="177" idx="3"/>
            </p:cNvCxnSpPr>
            <p:nvPr/>
          </p:nvCxnSpPr>
          <p:spPr>
            <a:xfrm flipV="1">
              <a:off x="4633320" y="3262472"/>
              <a:ext cx="421962" cy="207896"/>
            </a:xfrm>
            <a:prstGeom prst="bentConnector2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直接箭头连接符 272">
              <a:extLst>
                <a:ext uri="{FF2B5EF4-FFF2-40B4-BE49-F238E27FC236}">
                  <a16:creationId xmlns:a16="http://schemas.microsoft.com/office/drawing/2014/main" id="{4B51FC60-8904-4CB6-A367-A02899097239}"/>
                </a:ext>
              </a:extLst>
            </p:cNvPr>
            <p:cNvCxnSpPr>
              <a:stCxn id="143" idx="0"/>
              <a:endCxn id="177" idx="2"/>
            </p:cNvCxnSpPr>
            <p:nvPr/>
          </p:nvCxnSpPr>
          <p:spPr>
            <a:xfrm flipV="1">
              <a:off x="4190786" y="2901016"/>
              <a:ext cx="736617" cy="233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连接符: 肘形 274">
              <a:extLst>
                <a:ext uri="{FF2B5EF4-FFF2-40B4-BE49-F238E27FC236}">
                  <a16:creationId xmlns:a16="http://schemas.microsoft.com/office/drawing/2014/main" id="{3B485A96-AE63-48AA-8499-06ADD0F8F923}"/>
                </a:ext>
              </a:extLst>
            </p:cNvPr>
            <p:cNvCxnSpPr>
              <a:stCxn id="23" idx="3"/>
              <a:endCxn id="145" idx="3"/>
            </p:cNvCxnSpPr>
            <p:nvPr/>
          </p:nvCxnSpPr>
          <p:spPr>
            <a:xfrm rot="16200000" flipH="1">
              <a:off x="2032503" y="1238158"/>
              <a:ext cx="1331202" cy="3671219"/>
            </a:xfrm>
            <a:prstGeom prst="bentConnector3">
              <a:avLst>
                <a:gd name="adj1" fmla="val 109826"/>
              </a:avLst>
            </a:prstGeom>
            <a:ln w="12700"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0" name="直接箭头连接符 279">
              <a:extLst>
                <a:ext uri="{FF2B5EF4-FFF2-40B4-BE49-F238E27FC236}">
                  <a16:creationId xmlns:a16="http://schemas.microsoft.com/office/drawing/2014/main" id="{EB4B91BC-A3BE-4FAC-AEDC-B5AF0B98F3AC}"/>
                </a:ext>
              </a:extLst>
            </p:cNvPr>
            <p:cNvCxnSpPr>
              <a:cxnSpLocks/>
              <a:endCxn id="171" idx="2"/>
            </p:cNvCxnSpPr>
            <p:nvPr/>
          </p:nvCxnSpPr>
          <p:spPr>
            <a:xfrm>
              <a:off x="1525808" y="2337931"/>
              <a:ext cx="80235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8" name="组合 287">
              <a:extLst>
                <a:ext uri="{FF2B5EF4-FFF2-40B4-BE49-F238E27FC236}">
                  <a16:creationId xmlns:a16="http://schemas.microsoft.com/office/drawing/2014/main" id="{DC551AF3-4E01-49BC-B591-B3658918256E}"/>
                </a:ext>
              </a:extLst>
            </p:cNvPr>
            <p:cNvGrpSpPr/>
            <p:nvPr/>
          </p:nvGrpSpPr>
          <p:grpSpPr>
            <a:xfrm>
              <a:off x="5715159" y="2747342"/>
              <a:ext cx="129674" cy="135447"/>
              <a:chOff x="3371158" y="2280994"/>
              <a:chExt cx="129674" cy="135447"/>
            </a:xfrm>
          </p:grpSpPr>
          <p:sp>
            <p:nvSpPr>
              <p:cNvPr id="289" name="椭圆 288">
                <a:extLst>
                  <a:ext uri="{FF2B5EF4-FFF2-40B4-BE49-F238E27FC236}">
                    <a16:creationId xmlns:a16="http://schemas.microsoft.com/office/drawing/2014/main" id="{216EDC3F-AB8E-481C-8F25-FF93C1408E19}"/>
                  </a:ext>
                </a:extLst>
              </p:cNvPr>
              <p:cNvSpPr/>
              <p:nvPr/>
            </p:nvSpPr>
            <p:spPr>
              <a:xfrm>
                <a:off x="3371158" y="2280994"/>
                <a:ext cx="129674" cy="13544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sz="600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0" name="文本框 289">
                <a:extLst>
                  <a:ext uri="{FF2B5EF4-FFF2-40B4-BE49-F238E27FC236}">
                    <a16:creationId xmlns:a16="http://schemas.microsoft.com/office/drawing/2014/main" id="{750DC3CD-23A1-4729-8AB4-585D3DA5CDC1}"/>
                  </a:ext>
                </a:extLst>
              </p:cNvPr>
              <p:cNvSpPr txBox="1"/>
              <p:nvPr/>
            </p:nvSpPr>
            <p:spPr>
              <a:xfrm>
                <a:off x="3387836" y="2304560"/>
                <a:ext cx="89768" cy="923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kumimoji="1" lang="en-US" altLang="zh-CN" sz="600">
                    <a:solidFill>
                      <a:schemeClr val="tx2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20</a:t>
                </a:r>
                <a:endParaRPr kumimoji="1" lang="zh-CN" altLang="en-US" sz="600" dirty="0">
                  <a:solidFill>
                    <a:schemeClr val="tx2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p:grpSp>
        <p:sp>
          <p:nvSpPr>
            <p:cNvPr id="292" name="文本框 291">
              <a:extLst>
                <a:ext uri="{FF2B5EF4-FFF2-40B4-BE49-F238E27FC236}">
                  <a16:creationId xmlns:a16="http://schemas.microsoft.com/office/drawing/2014/main" id="{BA362B9B-78FB-4D6E-A5C8-FBF455823C13}"/>
                </a:ext>
              </a:extLst>
            </p:cNvPr>
            <p:cNvSpPr txBox="1"/>
            <p:nvPr/>
          </p:nvSpPr>
          <p:spPr>
            <a:xfrm>
              <a:off x="1693625" y="3478805"/>
              <a:ext cx="480996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kumimoji="1" lang="en-US" altLang="zh-CN" sz="1100" b="1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KDA</a:t>
              </a:r>
              <a:endParaRPr kumimoji="1" lang="zh-CN" altLang="en-US" sz="1100" b="1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cxnSp>
          <p:nvCxnSpPr>
            <p:cNvPr id="295" name="连接符: 肘形 294">
              <a:extLst>
                <a:ext uri="{FF2B5EF4-FFF2-40B4-BE49-F238E27FC236}">
                  <a16:creationId xmlns:a16="http://schemas.microsoft.com/office/drawing/2014/main" id="{0210532F-9D50-40C5-9315-E8FBB1C33117}"/>
                </a:ext>
              </a:extLst>
            </p:cNvPr>
            <p:cNvCxnSpPr>
              <a:endCxn id="26" idx="2"/>
            </p:cNvCxnSpPr>
            <p:nvPr/>
          </p:nvCxnSpPr>
          <p:spPr>
            <a:xfrm rot="5400000" flipH="1" flipV="1">
              <a:off x="1806783" y="780770"/>
              <a:ext cx="939298" cy="498221"/>
            </a:xfrm>
            <a:prstGeom prst="bentConnector2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1" name="文本框 300">
            <a:extLst>
              <a:ext uri="{FF2B5EF4-FFF2-40B4-BE49-F238E27FC236}">
                <a16:creationId xmlns:a16="http://schemas.microsoft.com/office/drawing/2014/main" id="{771BB786-3502-4CFD-97C2-838664046724}"/>
              </a:ext>
            </a:extLst>
          </p:cNvPr>
          <p:cNvSpPr txBox="1"/>
          <p:nvPr/>
        </p:nvSpPr>
        <p:spPr>
          <a:xfrm>
            <a:off x="108059" y="184233"/>
            <a:ext cx="594447" cy="184665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zh-CN" sz="2000" b="1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Kimi 2.8T</a:t>
            </a:r>
            <a:r>
              <a:rPr kumimoji="1" lang="zh-CN" altLang="en-US" sz="2000" b="1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大模型激活分析</a:t>
            </a:r>
            <a:endParaRPr kumimoji="1" lang="zh-CN" altLang="en-US" sz="20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4" name="文本框 173">
            <a:extLst>
              <a:ext uri="{FF2B5EF4-FFF2-40B4-BE49-F238E27FC236}">
                <a16:creationId xmlns:a16="http://schemas.microsoft.com/office/drawing/2014/main" id="{1545E7A9-932F-43A9-A945-ECBDAC14A036}"/>
              </a:ext>
            </a:extLst>
          </p:cNvPr>
          <p:cNvSpPr txBox="1"/>
          <p:nvPr/>
        </p:nvSpPr>
        <p:spPr>
          <a:xfrm>
            <a:off x="3848209" y="4885209"/>
            <a:ext cx="6750518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zh-CN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架构图的风格和上面的一致（不是说非要横向，可以竖向，指的是模块的配色，线条，风格等一致）</a:t>
            </a:r>
          </a:p>
        </p:txBody>
      </p:sp>
    </p:spTree>
    <p:extLst>
      <p:ext uri="{BB962C8B-B14F-4D97-AF65-F5344CB8AC3E}">
        <p14:creationId xmlns:p14="http://schemas.microsoft.com/office/powerpoint/2010/main" val="274411032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TFkYWQzYThhZTUwOTllOWY2NjM4OTNhZmIyMWEzZGI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9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9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9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9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98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99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0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0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0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03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9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9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9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93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98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99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0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0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0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0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9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9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9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93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98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99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0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0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02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03"/>
</p:tagLst>
</file>

<file path=ppt/theme/theme1.xml><?xml version="1.0" encoding="utf-8"?>
<a:theme xmlns:a="http://schemas.openxmlformats.org/drawingml/2006/main" name="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结束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Title Slid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fidpmvyv">
      <a:majorFont>
        <a:latin typeface="Huawei Sans"/>
        <a:ea typeface="微软雅黑"/>
        <a:cs typeface=""/>
      </a:majorFont>
      <a:minorFont>
        <a:latin typeface="Huawei Sans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smtClean="0">
            <a:solidFill>
              <a:srgbClr val="575756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8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flat" cmpd="sng" algn="ctr">
          <a:solidFill>
            <a:sysClr val="windowText" lastClr="000000"/>
          </a:solidFill>
          <a:prstDash val="solid"/>
        </a:ln>
      </a:spPr>
      <a:bodyPr rtlCol="0" anchor="ctr"/>
      <a:lstStyle>
        <a:defPPr algn="ctr" defTabSz="1219200">
          <a:defRPr sz="1100" b="1" kern="0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spDef>
    <a:lnDef>
      <a:spPr>
        <a:ln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noFill/>
          <a:prstDash val="dash"/>
        </a:ln>
      </a:spPr>
      <a:bodyPr wrap="square" lIns="36000" tIns="36000" rIns="36000" bIns="36000" rtlCol="0">
        <a:noAutofit/>
      </a:bodyPr>
      <a:lstStyle>
        <a:defPPr algn="l">
          <a:defRPr kumimoji="1" sz="1200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8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rgbClr val="151515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vert="horz" wrap="none" rtlCol="0">
        <a:spAutoFit/>
      </a:bodyPr>
      <a:lstStyle>
        <a:defPPr algn="l">
          <a:lnSpc>
            <a:spcPts val="3440"/>
          </a:lnSpc>
          <a:defRPr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49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9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chemeClr val="bg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43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ejifg51g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Chart page">
  <a:themeElements>
    <a:clrScheme name="updated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C8102E"/>
      </a:accent2>
      <a:accent3>
        <a:srgbClr val="EA594F"/>
      </a:accent3>
      <a:accent4>
        <a:srgbClr val="F8B53C"/>
      </a:accent4>
      <a:accent5>
        <a:srgbClr val="231815"/>
      </a:accent5>
      <a:accent6>
        <a:srgbClr val="595757"/>
      </a:accent6>
      <a:hlink>
        <a:srgbClr val="898989"/>
      </a:hlink>
      <a:folHlink>
        <a:srgbClr val="B5B5B5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C7000B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sz="1800" dirty="0" smtClean="0">
            <a:solidFill>
              <a:schemeClr val="accent2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14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le0gjcjy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64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6350">
          <a:solidFill>
            <a:schemeClr val="bg2"/>
          </a:solidFill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l">
          <a:defRPr sz="1000" dirty="0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65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48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FF00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 sz="120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4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2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15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le0gjcjy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16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le0gjcjy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3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21_章节页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1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</TotalTime>
  <Words>442</Words>
  <Application>Microsoft Office PowerPoint</Application>
  <PresentationFormat>自定义</PresentationFormat>
  <Paragraphs>89</Paragraphs>
  <Slides>3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20</vt:i4>
      </vt:variant>
      <vt:variant>
        <vt:lpstr>幻灯片标题</vt:lpstr>
      </vt:variant>
      <vt:variant>
        <vt:i4>3</vt:i4>
      </vt:variant>
    </vt:vector>
  </HeadingPairs>
  <TitlesOfParts>
    <vt:vector size="32" baseType="lpstr">
      <vt:lpstr>.AppleSystemUIFont</vt:lpstr>
      <vt:lpstr>FrutigerNext LT Regular</vt:lpstr>
      <vt:lpstr>宋体</vt:lpstr>
      <vt:lpstr>微软雅黑</vt:lpstr>
      <vt:lpstr>微软雅黑</vt:lpstr>
      <vt:lpstr>Arial</vt:lpstr>
      <vt:lpstr>Calibri</vt:lpstr>
      <vt:lpstr>Calibri Light</vt:lpstr>
      <vt:lpstr>Wingdings</vt:lpstr>
      <vt:lpstr>章节页</vt:lpstr>
      <vt:lpstr>结束页</vt:lpstr>
      <vt:lpstr>2_Title Slide</vt:lpstr>
      <vt:lpstr>18_章节页</vt:lpstr>
      <vt:lpstr>8_Chart page</vt:lpstr>
      <vt:lpstr>49_章节页</vt:lpstr>
      <vt:lpstr>19_章节页</vt:lpstr>
      <vt:lpstr>43_章节页</vt:lpstr>
      <vt:lpstr>Chart page</vt:lpstr>
      <vt:lpstr>14_章节页</vt:lpstr>
      <vt:lpstr>64_章节页</vt:lpstr>
      <vt:lpstr>65_章节页</vt:lpstr>
      <vt:lpstr>48_章节页</vt:lpstr>
      <vt:lpstr>4_Chart page</vt:lpstr>
      <vt:lpstr>1_章节页</vt:lpstr>
      <vt:lpstr>2_章节页</vt:lpstr>
      <vt:lpstr>15_章节页</vt:lpstr>
      <vt:lpstr>16_章节页</vt:lpstr>
      <vt:lpstr>3_章节页</vt:lpstr>
      <vt:lpstr>21_章节页</vt:lpstr>
      <vt:lpstr>PowerPoint 演示文稿</vt:lpstr>
      <vt:lpstr>PowerPoint 演示文稿</vt:lpstr>
      <vt:lpstr>PowerPoint 演示文稿</vt:lpstr>
    </vt:vector>
  </TitlesOfParts>
  <Company>Huawei Technologies Co.,Ltd.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Minimax模型洞察</dc:title>
  <dc:creator>lijun (DH)</dc:creator>
  <cp:lastModifiedBy>guanyingchen</cp:lastModifiedBy>
  <cp:revision>43</cp:revision>
  <dcterms:created xsi:type="dcterms:W3CDTF">2026-07-23T11:57:22Z</dcterms:created>
  <dcterms:modified xsi:type="dcterms:W3CDTF">2026-09-30T09:27:40Z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(3)VXXKR1BJTvsxJMfSzaGvZ9TWd3dGGu5HJxwT2Qbi2iDifN3X2X9mt6jwnmwbxhVep9YVax8o
x3ZNZOPxo1hMqtnoz3FnvtRfvyA41mJtI7mJbGUSs/Pe4ckhFn60wIIhOI8pW22vz+GWC8yd
o8w59dqWAuIK2yJ7l28Z2/oUshWIpaOqSKkHAroBiiPOtgvVlAYYZEiFq36zWGSjLTSoAjHG
WSQjYiEyz3UMVx3BPg</vt:lpwstr>
  </property>
  <property fmtid="{D5CDD505-2E9C-101B-9397-08002B2CF9AE}" pid="3" name="_2015_ms_pID_7253431">
    <vt:lpwstr>CIH8RxNjWjQkNEXqSqgn9AbYrVXQgnsSzRv1/DftYsOiPPocIvifux
5yytRZYh9yc8LkZnwkn6I/HLR0qKyX2Ry+IlalI8Mz4zvTYRAzsfGk7038GvuBSGliObiP2Y
PBm0D+vF1ogDJCMXCIOaPxTsFd6pLBs1vo3l6Juv7jqVoDg1kM2ewoMsKoJwaiY0b/2Wpt0D
mlA+dDj2se/NlH5Ag4/e3CMn0NDouwDaN//X</vt:lpwstr>
  </property>
  <property fmtid="{D5CDD505-2E9C-101B-9397-08002B2CF9AE}" pid="4" name="_2015_ms_pID_7253432">
    <vt:lpwstr>Hkg2XTWV636RXWEli0k6I/E=</vt:lpwstr>
  </property>
  <property fmtid="{D5CDD505-2E9C-101B-9397-08002B2CF9AE}" pid="5" name="ICV">
    <vt:lpwstr>5AC5FC50F62E4C82A2BF0883AEFD90AD_12</vt:lpwstr>
  </property>
  <property fmtid="{D5CDD505-2E9C-101B-9397-08002B2CF9AE}" pid="6" name="KSOProductBuildVer">
    <vt:lpwstr>2052-0.0.0.0</vt:lpwstr>
  </property>
  <property fmtid="{D5CDD505-2E9C-101B-9397-08002B2CF9AE}" pid="7" name="_readonly">
    <vt:lpwstr/>
  </property>
  <property fmtid="{D5CDD505-2E9C-101B-9397-08002B2CF9AE}" pid="8" name="_change">
    <vt:lpwstr/>
  </property>
  <property fmtid="{D5CDD505-2E9C-101B-9397-08002B2CF9AE}" pid="9" name="_full-control">
    <vt:lpwstr/>
  </property>
  <property fmtid="{D5CDD505-2E9C-101B-9397-08002B2CF9AE}" pid="10" name="sflag">
    <vt:lpwstr>1742387002</vt:lpwstr>
  </property>
</Properties>
</file>